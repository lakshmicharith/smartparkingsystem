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1"/>
  </p:sldMasterIdLst>
  <p:sldIdLst>
    <p:sldId id="256" r:id="rId2"/>
  </p:sldIdLst>
  <p:sldSz cx="21599525" cy="3275965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18" userDrawn="1">
          <p15:clr>
            <a:srgbClr val="A4A3A4"/>
          </p15:clr>
        </p15:guide>
        <p15:guide id="2" pos="676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28282"/>
    <a:srgbClr val="D7F5CD"/>
    <a:srgbClr val="FCDCBF"/>
    <a:srgbClr val="BFE7FF"/>
    <a:srgbClr val="FFCFE7"/>
    <a:srgbClr val="FED67F"/>
    <a:srgbClr val="5F5F5F"/>
    <a:srgbClr val="FFF2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p:scale>
          <a:sx n="50" d="100"/>
          <a:sy n="50" d="100"/>
        </p:scale>
        <p:origin x="408" y="43"/>
      </p:cViewPr>
      <p:guideLst>
        <p:guide orient="horz" pos="10318"/>
        <p:guide pos="676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19965" y="5361362"/>
            <a:ext cx="18359596" cy="11405211"/>
          </a:xfrm>
        </p:spPr>
        <p:txBody>
          <a:bodyPr anchor="b"/>
          <a:lstStyle>
            <a:lvl1pPr algn="ctr">
              <a:defRPr sz="14173"/>
            </a:lvl1pPr>
          </a:lstStyle>
          <a:p>
            <a:r>
              <a:rPr lang="en-US"/>
              <a:t>Click to edit Master title style</a:t>
            </a:r>
            <a:endParaRPr lang="en-US" dirty="0"/>
          </a:p>
        </p:txBody>
      </p:sp>
      <p:sp>
        <p:nvSpPr>
          <p:cNvPr id="3" name="Subtitle 2"/>
          <p:cNvSpPr>
            <a:spLocks noGrp="1"/>
          </p:cNvSpPr>
          <p:nvPr>
            <p:ph type="subTitle" idx="1"/>
          </p:nvPr>
        </p:nvSpPr>
        <p:spPr>
          <a:xfrm>
            <a:off x="2699941" y="17206402"/>
            <a:ext cx="16199644" cy="7909330"/>
          </a:xfrm>
        </p:spPr>
        <p:txBody>
          <a:bodyPr/>
          <a:lstStyle>
            <a:lvl1pPr marL="0" indent="0" algn="ctr">
              <a:buNone/>
              <a:defRPr sz="5669"/>
            </a:lvl1pPr>
            <a:lvl2pPr marL="1079998" indent="0" algn="ctr">
              <a:buNone/>
              <a:defRPr sz="4724"/>
            </a:lvl2pPr>
            <a:lvl3pPr marL="2159996" indent="0" algn="ctr">
              <a:buNone/>
              <a:defRPr sz="4252"/>
            </a:lvl3pPr>
            <a:lvl4pPr marL="3239994" indent="0" algn="ctr">
              <a:buNone/>
              <a:defRPr sz="3780"/>
            </a:lvl4pPr>
            <a:lvl5pPr marL="4319991" indent="0" algn="ctr">
              <a:buNone/>
              <a:defRPr sz="3780"/>
            </a:lvl5pPr>
            <a:lvl6pPr marL="5399989" indent="0" algn="ctr">
              <a:buNone/>
              <a:defRPr sz="3780"/>
            </a:lvl6pPr>
            <a:lvl7pPr marL="6479987" indent="0" algn="ctr">
              <a:buNone/>
              <a:defRPr sz="3780"/>
            </a:lvl7pPr>
            <a:lvl8pPr marL="7559985" indent="0" algn="ctr">
              <a:buNone/>
              <a:defRPr sz="3780"/>
            </a:lvl8pPr>
            <a:lvl9pPr marL="8639983" indent="0" algn="ctr">
              <a:buNone/>
              <a:defRPr sz="37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16-04-2024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2248967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16-04-2024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32545714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73719" y="8167172"/>
            <a:ext cx="18629590" cy="13627102"/>
          </a:xfrm>
        </p:spPr>
        <p:txBody>
          <a:bodyPr anchor="b"/>
          <a:lstStyle>
            <a:lvl1pPr>
              <a:defRPr sz="14173"/>
            </a:lvl1pPr>
          </a:lstStyle>
          <a:p>
            <a:r>
              <a:rPr lang="en-US"/>
              <a:t>Click to edit Master title style</a:t>
            </a:r>
            <a:endParaRPr lang="en-US" dirty="0"/>
          </a:p>
        </p:txBody>
      </p:sp>
      <p:sp>
        <p:nvSpPr>
          <p:cNvPr id="3" name="Text Placeholder 2"/>
          <p:cNvSpPr>
            <a:spLocks noGrp="1"/>
          </p:cNvSpPr>
          <p:nvPr>
            <p:ph type="body" idx="1"/>
          </p:nvPr>
        </p:nvSpPr>
        <p:spPr>
          <a:xfrm>
            <a:off x="1473719" y="21923192"/>
            <a:ext cx="18629590" cy="7166171"/>
          </a:xfrm>
        </p:spPr>
        <p:txBody>
          <a:bodyPr/>
          <a:lstStyle>
            <a:lvl1pPr marL="0" indent="0">
              <a:buNone/>
              <a:defRPr sz="5669">
                <a:solidFill>
                  <a:schemeClr val="tx1"/>
                </a:solidFill>
              </a:defRPr>
            </a:lvl1pPr>
            <a:lvl2pPr marL="1079998" indent="0">
              <a:buNone/>
              <a:defRPr sz="4724">
                <a:solidFill>
                  <a:schemeClr val="tx1">
                    <a:tint val="75000"/>
                  </a:schemeClr>
                </a:solidFill>
              </a:defRPr>
            </a:lvl2pPr>
            <a:lvl3pPr marL="2159996" indent="0">
              <a:buNone/>
              <a:defRPr sz="4252">
                <a:solidFill>
                  <a:schemeClr val="tx1">
                    <a:tint val="75000"/>
                  </a:schemeClr>
                </a:solidFill>
              </a:defRPr>
            </a:lvl3pPr>
            <a:lvl4pPr marL="3239994" indent="0">
              <a:buNone/>
              <a:defRPr sz="3780">
                <a:solidFill>
                  <a:schemeClr val="tx1">
                    <a:tint val="75000"/>
                  </a:schemeClr>
                </a:solidFill>
              </a:defRPr>
            </a:lvl4pPr>
            <a:lvl5pPr marL="4319991" indent="0">
              <a:buNone/>
              <a:defRPr sz="3780">
                <a:solidFill>
                  <a:schemeClr val="tx1">
                    <a:tint val="75000"/>
                  </a:schemeClr>
                </a:solidFill>
              </a:defRPr>
            </a:lvl5pPr>
            <a:lvl6pPr marL="5399989" indent="0">
              <a:buNone/>
              <a:defRPr sz="3780">
                <a:solidFill>
                  <a:schemeClr val="tx1">
                    <a:tint val="75000"/>
                  </a:schemeClr>
                </a:solidFill>
              </a:defRPr>
            </a:lvl6pPr>
            <a:lvl7pPr marL="6479987" indent="0">
              <a:buNone/>
              <a:defRPr sz="3780">
                <a:solidFill>
                  <a:schemeClr val="tx1">
                    <a:tint val="75000"/>
                  </a:schemeClr>
                </a:solidFill>
              </a:defRPr>
            </a:lvl7pPr>
            <a:lvl8pPr marL="7559985" indent="0">
              <a:buNone/>
              <a:defRPr sz="3780">
                <a:solidFill>
                  <a:schemeClr val="tx1">
                    <a:tint val="75000"/>
                  </a:schemeClr>
                </a:solidFill>
              </a:defRPr>
            </a:lvl8pPr>
            <a:lvl9pPr marL="8639983" indent="0">
              <a:buNone/>
              <a:defRPr sz="378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E22DA87-17A3-43A0-B86E-2FCFB6EFBC32}" type="datetimeFigureOut">
              <a:rPr lang="en-IN" smtClean="0"/>
              <a:t>16-04-2024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3103464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484967" y="8720740"/>
            <a:ext cx="9179798" cy="2078569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0934760" y="8720740"/>
            <a:ext cx="9179798" cy="2078569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E22DA87-17A3-43A0-B86E-2FCFB6EFBC32}" type="datetimeFigureOut">
              <a:rPr lang="en-IN" smtClean="0"/>
              <a:t>16-04-2024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29011075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87781" y="1744155"/>
            <a:ext cx="18629590" cy="6332018"/>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87783" y="8030666"/>
            <a:ext cx="9137610" cy="3935706"/>
          </a:xfrm>
        </p:spPr>
        <p:txBody>
          <a:bodyPr anchor="b"/>
          <a:lstStyle>
            <a:lvl1pPr marL="0" indent="0">
              <a:buNone/>
              <a:defRPr sz="5669" b="1"/>
            </a:lvl1pPr>
            <a:lvl2pPr marL="1079998" indent="0">
              <a:buNone/>
              <a:defRPr sz="4724" b="1"/>
            </a:lvl2pPr>
            <a:lvl3pPr marL="2159996" indent="0">
              <a:buNone/>
              <a:defRPr sz="4252" b="1"/>
            </a:lvl3pPr>
            <a:lvl4pPr marL="3239994" indent="0">
              <a:buNone/>
              <a:defRPr sz="3780" b="1"/>
            </a:lvl4pPr>
            <a:lvl5pPr marL="4319991" indent="0">
              <a:buNone/>
              <a:defRPr sz="3780" b="1"/>
            </a:lvl5pPr>
            <a:lvl6pPr marL="5399989" indent="0">
              <a:buNone/>
              <a:defRPr sz="3780" b="1"/>
            </a:lvl6pPr>
            <a:lvl7pPr marL="6479987" indent="0">
              <a:buNone/>
              <a:defRPr sz="3780" b="1"/>
            </a:lvl7pPr>
            <a:lvl8pPr marL="7559985" indent="0">
              <a:buNone/>
              <a:defRPr sz="3780" b="1"/>
            </a:lvl8pPr>
            <a:lvl9pPr marL="8639983" indent="0">
              <a:buNone/>
              <a:defRPr sz="3780" b="1"/>
            </a:lvl9pPr>
          </a:lstStyle>
          <a:p>
            <a:pPr lvl="0"/>
            <a:r>
              <a:rPr lang="en-US"/>
              <a:t>Edit Master text styles</a:t>
            </a:r>
          </a:p>
        </p:txBody>
      </p:sp>
      <p:sp>
        <p:nvSpPr>
          <p:cNvPr id="4" name="Content Placeholder 3"/>
          <p:cNvSpPr>
            <a:spLocks noGrp="1"/>
          </p:cNvSpPr>
          <p:nvPr>
            <p:ph sz="half" idx="2"/>
          </p:nvPr>
        </p:nvSpPr>
        <p:spPr>
          <a:xfrm>
            <a:off x="1487783" y="11966372"/>
            <a:ext cx="9137610" cy="1760073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0934761" y="8030666"/>
            <a:ext cx="9182611" cy="3935706"/>
          </a:xfrm>
        </p:spPr>
        <p:txBody>
          <a:bodyPr anchor="b"/>
          <a:lstStyle>
            <a:lvl1pPr marL="0" indent="0">
              <a:buNone/>
              <a:defRPr sz="5669" b="1"/>
            </a:lvl1pPr>
            <a:lvl2pPr marL="1079998" indent="0">
              <a:buNone/>
              <a:defRPr sz="4724" b="1"/>
            </a:lvl2pPr>
            <a:lvl3pPr marL="2159996" indent="0">
              <a:buNone/>
              <a:defRPr sz="4252" b="1"/>
            </a:lvl3pPr>
            <a:lvl4pPr marL="3239994" indent="0">
              <a:buNone/>
              <a:defRPr sz="3780" b="1"/>
            </a:lvl4pPr>
            <a:lvl5pPr marL="4319991" indent="0">
              <a:buNone/>
              <a:defRPr sz="3780" b="1"/>
            </a:lvl5pPr>
            <a:lvl6pPr marL="5399989" indent="0">
              <a:buNone/>
              <a:defRPr sz="3780" b="1"/>
            </a:lvl6pPr>
            <a:lvl7pPr marL="6479987" indent="0">
              <a:buNone/>
              <a:defRPr sz="3780" b="1"/>
            </a:lvl7pPr>
            <a:lvl8pPr marL="7559985" indent="0">
              <a:buNone/>
              <a:defRPr sz="3780" b="1"/>
            </a:lvl8pPr>
            <a:lvl9pPr marL="8639983" indent="0">
              <a:buNone/>
              <a:defRPr sz="3780" b="1"/>
            </a:lvl9pPr>
          </a:lstStyle>
          <a:p>
            <a:pPr lvl="0"/>
            <a:r>
              <a:rPr lang="en-US"/>
              <a:t>Edit Master text styles</a:t>
            </a:r>
          </a:p>
        </p:txBody>
      </p:sp>
      <p:sp>
        <p:nvSpPr>
          <p:cNvPr id="6" name="Content Placeholder 5"/>
          <p:cNvSpPr>
            <a:spLocks noGrp="1"/>
          </p:cNvSpPr>
          <p:nvPr>
            <p:ph sz="quarter" idx="4"/>
          </p:nvPr>
        </p:nvSpPr>
        <p:spPr>
          <a:xfrm>
            <a:off x="10934761" y="11966372"/>
            <a:ext cx="9182611" cy="1760073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E22DA87-17A3-43A0-B86E-2FCFB6EFBC32}" type="datetimeFigureOut">
              <a:rPr lang="en-IN" smtClean="0"/>
              <a:t>16-04-2024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40757164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E22DA87-17A3-43A0-B86E-2FCFB6EFBC32}" type="datetimeFigureOut">
              <a:rPr lang="en-IN" smtClean="0"/>
              <a:t>16-04-2024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6531211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22DA87-17A3-43A0-B86E-2FCFB6EFBC32}" type="datetimeFigureOut">
              <a:rPr lang="en-IN" smtClean="0"/>
              <a:t>16-04-2024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19979816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7781" y="2183977"/>
            <a:ext cx="6966409" cy="7643918"/>
          </a:xfrm>
        </p:spPr>
        <p:txBody>
          <a:bodyPr anchor="b"/>
          <a:lstStyle>
            <a:lvl1pPr>
              <a:defRPr sz="7559"/>
            </a:lvl1pPr>
          </a:lstStyle>
          <a:p>
            <a:r>
              <a:rPr lang="en-US"/>
              <a:t>Click to edit Master title style</a:t>
            </a:r>
            <a:endParaRPr lang="en-US" dirty="0"/>
          </a:p>
        </p:txBody>
      </p:sp>
      <p:sp>
        <p:nvSpPr>
          <p:cNvPr id="3" name="Content Placeholder 2"/>
          <p:cNvSpPr>
            <a:spLocks noGrp="1"/>
          </p:cNvSpPr>
          <p:nvPr>
            <p:ph idx="1"/>
          </p:nvPr>
        </p:nvSpPr>
        <p:spPr>
          <a:xfrm>
            <a:off x="9182611" y="4716790"/>
            <a:ext cx="10934760" cy="23280585"/>
          </a:xfrm>
        </p:spPr>
        <p:txBody>
          <a:bodyPr/>
          <a:lstStyle>
            <a:lvl1pPr>
              <a:defRPr sz="7559"/>
            </a:lvl1pPr>
            <a:lvl2pPr>
              <a:defRPr sz="6614"/>
            </a:lvl2pPr>
            <a:lvl3pPr>
              <a:defRPr sz="5669"/>
            </a:lvl3pPr>
            <a:lvl4pPr>
              <a:defRPr sz="4724"/>
            </a:lvl4pPr>
            <a:lvl5pPr>
              <a:defRPr sz="4724"/>
            </a:lvl5pPr>
            <a:lvl6pPr>
              <a:defRPr sz="4724"/>
            </a:lvl6pPr>
            <a:lvl7pPr>
              <a:defRPr sz="4724"/>
            </a:lvl7pPr>
            <a:lvl8pPr>
              <a:defRPr sz="4724"/>
            </a:lvl8pPr>
            <a:lvl9pPr>
              <a:defRPr sz="4724"/>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7781" y="9827895"/>
            <a:ext cx="6966409" cy="18207391"/>
          </a:xfrm>
        </p:spPr>
        <p:txBody>
          <a:bodyPr/>
          <a:lstStyle>
            <a:lvl1pPr marL="0" indent="0">
              <a:buNone/>
              <a:defRPr sz="3780"/>
            </a:lvl1pPr>
            <a:lvl2pPr marL="1079998" indent="0">
              <a:buNone/>
              <a:defRPr sz="3307"/>
            </a:lvl2pPr>
            <a:lvl3pPr marL="2159996" indent="0">
              <a:buNone/>
              <a:defRPr sz="2835"/>
            </a:lvl3pPr>
            <a:lvl4pPr marL="3239994" indent="0">
              <a:buNone/>
              <a:defRPr sz="2362"/>
            </a:lvl4pPr>
            <a:lvl5pPr marL="4319991" indent="0">
              <a:buNone/>
              <a:defRPr sz="2362"/>
            </a:lvl5pPr>
            <a:lvl6pPr marL="5399989" indent="0">
              <a:buNone/>
              <a:defRPr sz="2362"/>
            </a:lvl6pPr>
            <a:lvl7pPr marL="6479987" indent="0">
              <a:buNone/>
              <a:defRPr sz="2362"/>
            </a:lvl7pPr>
            <a:lvl8pPr marL="7559985" indent="0">
              <a:buNone/>
              <a:defRPr sz="2362"/>
            </a:lvl8pPr>
            <a:lvl9pPr marL="8639983" indent="0">
              <a:buNone/>
              <a:defRPr sz="2362"/>
            </a:lvl9pPr>
          </a:lstStyle>
          <a:p>
            <a:pPr lvl="0"/>
            <a:r>
              <a:rPr lang="en-US"/>
              <a:t>Edit Master text styles</a:t>
            </a:r>
          </a:p>
        </p:txBody>
      </p:sp>
      <p:sp>
        <p:nvSpPr>
          <p:cNvPr id="5" name="Date Placeholder 4"/>
          <p:cNvSpPr>
            <a:spLocks noGrp="1"/>
          </p:cNvSpPr>
          <p:nvPr>
            <p:ph type="dt" sz="half" idx="10"/>
          </p:nvPr>
        </p:nvSpPr>
        <p:spPr/>
        <p:txBody>
          <a:bodyPr/>
          <a:lstStyle/>
          <a:p>
            <a:fld id="{3E22DA87-17A3-43A0-B86E-2FCFB6EFBC32}" type="datetimeFigureOut">
              <a:rPr lang="en-IN" smtClean="0"/>
              <a:t>16-04-2024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4747927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7781" y="2183977"/>
            <a:ext cx="6966409" cy="7643918"/>
          </a:xfrm>
        </p:spPr>
        <p:txBody>
          <a:bodyPr anchor="b"/>
          <a:lstStyle>
            <a:lvl1pPr>
              <a:defRPr sz="7559"/>
            </a:lvl1pPr>
          </a:lstStyle>
          <a:p>
            <a:r>
              <a:rPr lang="en-US"/>
              <a:t>Click to edit Master title style</a:t>
            </a:r>
            <a:endParaRPr lang="en-US" dirty="0"/>
          </a:p>
        </p:txBody>
      </p:sp>
      <p:sp>
        <p:nvSpPr>
          <p:cNvPr id="3" name="Picture Placeholder 2"/>
          <p:cNvSpPr>
            <a:spLocks noGrp="1" noChangeAspect="1"/>
          </p:cNvSpPr>
          <p:nvPr>
            <p:ph type="pic" idx="1"/>
          </p:nvPr>
        </p:nvSpPr>
        <p:spPr>
          <a:xfrm>
            <a:off x="9182611" y="4716790"/>
            <a:ext cx="10934760" cy="23280585"/>
          </a:xfrm>
        </p:spPr>
        <p:txBody>
          <a:bodyPr anchor="t"/>
          <a:lstStyle>
            <a:lvl1pPr marL="0" indent="0">
              <a:buNone/>
              <a:defRPr sz="7559"/>
            </a:lvl1pPr>
            <a:lvl2pPr marL="1079998" indent="0">
              <a:buNone/>
              <a:defRPr sz="6614"/>
            </a:lvl2pPr>
            <a:lvl3pPr marL="2159996" indent="0">
              <a:buNone/>
              <a:defRPr sz="5669"/>
            </a:lvl3pPr>
            <a:lvl4pPr marL="3239994" indent="0">
              <a:buNone/>
              <a:defRPr sz="4724"/>
            </a:lvl4pPr>
            <a:lvl5pPr marL="4319991" indent="0">
              <a:buNone/>
              <a:defRPr sz="4724"/>
            </a:lvl5pPr>
            <a:lvl6pPr marL="5399989" indent="0">
              <a:buNone/>
              <a:defRPr sz="4724"/>
            </a:lvl6pPr>
            <a:lvl7pPr marL="6479987" indent="0">
              <a:buNone/>
              <a:defRPr sz="4724"/>
            </a:lvl7pPr>
            <a:lvl8pPr marL="7559985" indent="0">
              <a:buNone/>
              <a:defRPr sz="4724"/>
            </a:lvl8pPr>
            <a:lvl9pPr marL="8639983" indent="0">
              <a:buNone/>
              <a:defRPr sz="4724"/>
            </a:lvl9pPr>
          </a:lstStyle>
          <a:p>
            <a:r>
              <a:rPr lang="en-US"/>
              <a:t>Click icon to add picture</a:t>
            </a:r>
            <a:endParaRPr lang="en-US" dirty="0"/>
          </a:p>
        </p:txBody>
      </p:sp>
      <p:sp>
        <p:nvSpPr>
          <p:cNvPr id="4" name="Text Placeholder 3"/>
          <p:cNvSpPr>
            <a:spLocks noGrp="1"/>
          </p:cNvSpPr>
          <p:nvPr>
            <p:ph type="body" sz="half" idx="2"/>
          </p:nvPr>
        </p:nvSpPr>
        <p:spPr>
          <a:xfrm>
            <a:off x="1487781" y="9827895"/>
            <a:ext cx="6966409" cy="18207391"/>
          </a:xfrm>
        </p:spPr>
        <p:txBody>
          <a:bodyPr/>
          <a:lstStyle>
            <a:lvl1pPr marL="0" indent="0">
              <a:buNone/>
              <a:defRPr sz="3780"/>
            </a:lvl1pPr>
            <a:lvl2pPr marL="1079998" indent="0">
              <a:buNone/>
              <a:defRPr sz="3307"/>
            </a:lvl2pPr>
            <a:lvl3pPr marL="2159996" indent="0">
              <a:buNone/>
              <a:defRPr sz="2835"/>
            </a:lvl3pPr>
            <a:lvl4pPr marL="3239994" indent="0">
              <a:buNone/>
              <a:defRPr sz="2362"/>
            </a:lvl4pPr>
            <a:lvl5pPr marL="4319991" indent="0">
              <a:buNone/>
              <a:defRPr sz="2362"/>
            </a:lvl5pPr>
            <a:lvl6pPr marL="5399989" indent="0">
              <a:buNone/>
              <a:defRPr sz="2362"/>
            </a:lvl6pPr>
            <a:lvl7pPr marL="6479987" indent="0">
              <a:buNone/>
              <a:defRPr sz="2362"/>
            </a:lvl7pPr>
            <a:lvl8pPr marL="7559985" indent="0">
              <a:buNone/>
              <a:defRPr sz="2362"/>
            </a:lvl8pPr>
            <a:lvl9pPr marL="8639983" indent="0">
              <a:buNone/>
              <a:defRPr sz="2362"/>
            </a:lvl9pPr>
          </a:lstStyle>
          <a:p>
            <a:pPr lvl="0"/>
            <a:r>
              <a:rPr lang="en-US"/>
              <a:t>Edit Master text styles</a:t>
            </a:r>
          </a:p>
        </p:txBody>
      </p:sp>
      <p:sp>
        <p:nvSpPr>
          <p:cNvPr id="5" name="Date Placeholder 4"/>
          <p:cNvSpPr>
            <a:spLocks noGrp="1"/>
          </p:cNvSpPr>
          <p:nvPr>
            <p:ph type="dt" sz="half" idx="10"/>
          </p:nvPr>
        </p:nvSpPr>
        <p:spPr/>
        <p:txBody>
          <a:bodyPr/>
          <a:lstStyle/>
          <a:p>
            <a:fld id="{3E22DA87-17A3-43A0-B86E-2FCFB6EFBC32}" type="datetimeFigureOut">
              <a:rPr lang="en-IN" smtClean="0"/>
              <a:t>16-04-2024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827440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16-04-2024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4508990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457161" y="1744148"/>
            <a:ext cx="4657398" cy="2776228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968" y="1744148"/>
            <a:ext cx="13702199" cy="2776228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16-04-2024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1489324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84968" y="1744155"/>
            <a:ext cx="18629590" cy="633201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968" y="8720740"/>
            <a:ext cx="18629590" cy="2078569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484967" y="30363349"/>
            <a:ext cx="4859893" cy="1744148"/>
          </a:xfrm>
          <a:prstGeom prst="rect">
            <a:avLst/>
          </a:prstGeom>
        </p:spPr>
        <p:txBody>
          <a:bodyPr vert="horz" lIns="91440" tIns="45720" rIns="91440" bIns="45720" rtlCol="0" anchor="ctr"/>
          <a:lstStyle>
            <a:lvl1pPr algn="l">
              <a:defRPr sz="2835">
                <a:solidFill>
                  <a:schemeClr val="tx1">
                    <a:tint val="75000"/>
                  </a:schemeClr>
                </a:solidFill>
              </a:defRPr>
            </a:lvl1pPr>
          </a:lstStyle>
          <a:p>
            <a:fld id="{3E22DA87-17A3-43A0-B86E-2FCFB6EFBC32}" type="datetimeFigureOut">
              <a:rPr lang="en-IN" smtClean="0"/>
              <a:t>16-04-2024</a:t>
            </a:fld>
            <a:endParaRPr lang="en-IN"/>
          </a:p>
        </p:txBody>
      </p:sp>
      <p:sp>
        <p:nvSpPr>
          <p:cNvPr id="5" name="Footer Placeholder 4"/>
          <p:cNvSpPr>
            <a:spLocks noGrp="1"/>
          </p:cNvSpPr>
          <p:nvPr>
            <p:ph type="ftr" sz="quarter" idx="3"/>
          </p:nvPr>
        </p:nvSpPr>
        <p:spPr>
          <a:xfrm>
            <a:off x="7154843" y="30363349"/>
            <a:ext cx="7289840" cy="1744148"/>
          </a:xfrm>
          <a:prstGeom prst="rect">
            <a:avLst/>
          </a:prstGeom>
        </p:spPr>
        <p:txBody>
          <a:bodyPr vert="horz" lIns="91440" tIns="45720" rIns="91440" bIns="45720" rtlCol="0" anchor="ctr"/>
          <a:lstStyle>
            <a:lvl1pPr algn="ctr">
              <a:defRPr sz="2835">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5254665" y="30363349"/>
            <a:ext cx="4859893" cy="1744148"/>
          </a:xfrm>
          <a:prstGeom prst="rect">
            <a:avLst/>
          </a:prstGeom>
        </p:spPr>
        <p:txBody>
          <a:bodyPr vert="horz" lIns="91440" tIns="45720" rIns="91440" bIns="45720" rtlCol="0" anchor="ctr"/>
          <a:lstStyle>
            <a:lvl1pPr algn="r">
              <a:defRPr sz="2835">
                <a:solidFill>
                  <a:schemeClr val="tx1">
                    <a:tint val="75000"/>
                  </a:schemeClr>
                </a:solidFill>
              </a:defRPr>
            </a:lvl1pPr>
          </a:lstStyle>
          <a:p>
            <a:fld id="{4F033070-D223-4E7B-BBE1-DD4C7F7A138D}" type="slidenum">
              <a:rPr lang="en-IN" smtClean="0"/>
              <a:t>‹#›</a:t>
            </a:fld>
            <a:endParaRPr lang="en-IN"/>
          </a:p>
        </p:txBody>
      </p:sp>
    </p:spTree>
    <p:extLst>
      <p:ext uri="{BB962C8B-B14F-4D97-AF65-F5344CB8AC3E}">
        <p14:creationId xmlns:p14="http://schemas.microsoft.com/office/powerpoint/2010/main" val="20055975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2159996" rtl="0" eaLnBrk="1" latinLnBrk="0" hangingPunct="1">
        <a:lnSpc>
          <a:spcPct val="90000"/>
        </a:lnSpc>
        <a:spcBef>
          <a:spcPct val="0"/>
        </a:spcBef>
        <a:buNone/>
        <a:defRPr sz="10394" kern="1200">
          <a:solidFill>
            <a:schemeClr val="tx1"/>
          </a:solidFill>
          <a:latin typeface="+mj-lt"/>
          <a:ea typeface="+mj-ea"/>
          <a:cs typeface="+mj-cs"/>
        </a:defRPr>
      </a:lvl1pPr>
    </p:titleStyle>
    <p:bodyStyle>
      <a:lvl1pPr marL="539999" indent="-539999" algn="l" defTabSz="2159996" rtl="0" eaLnBrk="1" latinLnBrk="0" hangingPunct="1">
        <a:lnSpc>
          <a:spcPct val="90000"/>
        </a:lnSpc>
        <a:spcBef>
          <a:spcPts val="2362"/>
        </a:spcBef>
        <a:buFont typeface="Arial" panose="020B0604020202020204" pitchFamily="34" charset="0"/>
        <a:buChar char="•"/>
        <a:defRPr sz="6614" kern="1200">
          <a:solidFill>
            <a:schemeClr val="tx1"/>
          </a:solidFill>
          <a:latin typeface="+mn-lt"/>
          <a:ea typeface="+mn-ea"/>
          <a:cs typeface="+mn-cs"/>
        </a:defRPr>
      </a:lvl1pPr>
      <a:lvl2pPr marL="1619997" indent="-539999" algn="l" defTabSz="2159996" rtl="0" eaLnBrk="1" latinLnBrk="0" hangingPunct="1">
        <a:lnSpc>
          <a:spcPct val="90000"/>
        </a:lnSpc>
        <a:spcBef>
          <a:spcPts val="1181"/>
        </a:spcBef>
        <a:buFont typeface="Arial" panose="020B0604020202020204" pitchFamily="34" charset="0"/>
        <a:buChar char="•"/>
        <a:defRPr sz="5669" kern="1200">
          <a:solidFill>
            <a:schemeClr val="tx1"/>
          </a:solidFill>
          <a:latin typeface="+mn-lt"/>
          <a:ea typeface="+mn-ea"/>
          <a:cs typeface="+mn-cs"/>
        </a:defRPr>
      </a:lvl2pPr>
      <a:lvl3pPr marL="2699995" indent="-539999" algn="l" defTabSz="2159996" rtl="0" eaLnBrk="1" latinLnBrk="0" hangingPunct="1">
        <a:lnSpc>
          <a:spcPct val="90000"/>
        </a:lnSpc>
        <a:spcBef>
          <a:spcPts val="1181"/>
        </a:spcBef>
        <a:buFont typeface="Arial" panose="020B0604020202020204" pitchFamily="34" charset="0"/>
        <a:buChar char="•"/>
        <a:defRPr sz="4724" kern="1200">
          <a:solidFill>
            <a:schemeClr val="tx1"/>
          </a:solidFill>
          <a:latin typeface="+mn-lt"/>
          <a:ea typeface="+mn-ea"/>
          <a:cs typeface="+mn-cs"/>
        </a:defRPr>
      </a:lvl3pPr>
      <a:lvl4pPr marL="3779992"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4pPr>
      <a:lvl5pPr marL="4859990"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5pPr>
      <a:lvl6pPr marL="5939988"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6pPr>
      <a:lvl7pPr marL="7019986"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7pPr>
      <a:lvl8pPr marL="8099984"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8pPr>
      <a:lvl9pPr marL="9179982"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9pPr>
    </p:bodyStyle>
    <p:otherStyle>
      <a:defPPr>
        <a:defRPr lang="en-US"/>
      </a:defPPr>
      <a:lvl1pPr marL="0" algn="l" defTabSz="2159996" rtl="0" eaLnBrk="1" latinLnBrk="0" hangingPunct="1">
        <a:defRPr sz="4252" kern="1200">
          <a:solidFill>
            <a:schemeClr val="tx1"/>
          </a:solidFill>
          <a:latin typeface="+mn-lt"/>
          <a:ea typeface="+mn-ea"/>
          <a:cs typeface="+mn-cs"/>
        </a:defRPr>
      </a:lvl1pPr>
      <a:lvl2pPr marL="1079998" algn="l" defTabSz="2159996" rtl="0" eaLnBrk="1" latinLnBrk="0" hangingPunct="1">
        <a:defRPr sz="4252" kern="1200">
          <a:solidFill>
            <a:schemeClr val="tx1"/>
          </a:solidFill>
          <a:latin typeface="+mn-lt"/>
          <a:ea typeface="+mn-ea"/>
          <a:cs typeface="+mn-cs"/>
        </a:defRPr>
      </a:lvl2pPr>
      <a:lvl3pPr marL="2159996" algn="l" defTabSz="2159996" rtl="0" eaLnBrk="1" latinLnBrk="0" hangingPunct="1">
        <a:defRPr sz="4252" kern="1200">
          <a:solidFill>
            <a:schemeClr val="tx1"/>
          </a:solidFill>
          <a:latin typeface="+mn-lt"/>
          <a:ea typeface="+mn-ea"/>
          <a:cs typeface="+mn-cs"/>
        </a:defRPr>
      </a:lvl3pPr>
      <a:lvl4pPr marL="3239994" algn="l" defTabSz="2159996" rtl="0" eaLnBrk="1" latinLnBrk="0" hangingPunct="1">
        <a:defRPr sz="4252" kern="1200">
          <a:solidFill>
            <a:schemeClr val="tx1"/>
          </a:solidFill>
          <a:latin typeface="+mn-lt"/>
          <a:ea typeface="+mn-ea"/>
          <a:cs typeface="+mn-cs"/>
        </a:defRPr>
      </a:lvl4pPr>
      <a:lvl5pPr marL="4319991" algn="l" defTabSz="2159996" rtl="0" eaLnBrk="1" latinLnBrk="0" hangingPunct="1">
        <a:defRPr sz="4252" kern="1200">
          <a:solidFill>
            <a:schemeClr val="tx1"/>
          </a:solidFill>
          <a:latin typeface="+mn-lt"/>
          <a:ea typeface="+mn-ea"/>
          <a:cs typeface="+mn-cs"/>
        </a:defRPr>
      </a:lvl5pPr>
      <a:lvl6pPr marL="5399989" algn="l" defTabSz="2159996" rtl="0" eaLnBrk="1" latinLnBrk="0" hangingPunct="1">
        <a:defRPr sz="4252" kern="1200">
          <a:solidFill>
            <a:schemeClr val="tx1"/>
          </a:solidFill>
          <a:latin typeface="+mn-lt"/>
          <a:ea typeface="+mn-ea"/>
          <a:cs typeface="+mn-cs"/>
        </a:defRPr>
      </a:lvl6pPr>
      <a:lvl7pPr marL="6479987" algn="l" defTabSz="2159996" rtl="0" eaLnBrk="1" latinLnBrk="0" hangingPunct="1">
        <a:defRPr sz="4252" kern="1200">
          <a:solidFill>
            <a:schemeClr val="tx1"/>
          </a:solidFill>
          <a:latin typeface="+mn-lt"/>
          <a:ea typeface="+mn-ea"/>
          <a:cs typeface="+mn-cs"/>
        </a:defRPr>
      </a:lvl7pPr>
      <a:lvl8pPr marL="7559985" algn="l" defTabSz="2159996" rtl="0" eaLnBrk="1" latinLnBrk="0" hangingPunct="1">
        <a:defRPr sz="4252" kern="1200">
          <a:solidFill>
            <a:schemeClr val="tx1"/>
          </a:solidFill>
          <a:latin typeface="+mn-lt"/>
          <a:ea typeface="+mn-ea"/>
          <a:cs typeface="+mn-cs"/>
        </a:defRPr>
      </a:lvl8pPr>
      <a:lvl9pPr marL="8639983" algn="l" defTabSz="2159996" rtl="0" eaLnBrk="1" latinLnBrk="0" hangingPunct="1">
        <a:defRPr sz="425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doi.org/10.1109/tensymp52854.2021.9550904" TargetMode="External"/><Relationship Id="rId2" Type="http://schemas.openxmlformats.org/officeDocument/2006/relationships/hyperlink" Target="https://doi.org/10.29304/jqcm.2022.14.2.932" TargetMode="Externa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877" y="3891914"/>
            <a:ext cx="21571523" cy="6074795"/>
          </a:xfrm>
          <a:prstGeom prst="rect">
            <a:avLst/>
          </a:prstGeom>
          <a:solidFill>
            <a:srgbClr val="FED67F"/>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a:p>
        </p:txBody>
      </p:sp>
      <p:sp>
        <p:nvSpPr>
          <p:cNvPr id="5" name="Rectangle 4"/>
          <p:cNvSpPr/>
          <p:nvPr/>
        </p:nvSpPr>
        <p:spPr>
          <a:xfrm>
            <a:off x="0" y="9989459"/>
            <a:ext cx="21599525" cy="5796133"/>
          </a:xfrm>
          <a:prstGeom prst="rect">
            <a:avLst/>
          </a:prstGeom>
          <a:solidFill>
            <a:srgbClr val="BFE7FF"/>
          </a:solidFill>
          <a:ln>
            <a:solidFill>
              <a:schemeClr val="tx1"/>
            </a:solid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a:p>
        </p:txBody>
      </p:sp>
      <p:sp>
        <p:nvSpPr>
          <p:cNvPr id="6" name="Rectangle 5"/>
          <p:cNvSpPr/>
          <p:nvPr/>
        </p:nvSpPr>
        <p:spPr>
          <a:xfrm>
            <a:off x="-27838" y="15705087"/>
            <a:ext cx="21709812" cy="6283988"/>
          </a:xfrm>
          <a:prstGeom prst="rect">
            <a:avLst/>
          </a:prstGeom>
          <a:solidFill>
            <a:srgbClr val="FFCFE7"/>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US" altLang="en-IN" sz="1990" dirty="0">
              <a:latin typeface="Times New Roman" panose="02020603050405020304" pitchFamily="18" charset="0"/>
              <a:cs typeface="Times New Roman" panose="02020603050405020304" pitchFamily="18" charset="0"/>
            </a:endParaRPr>
          </a:p>
        </p:txBody>
      </p:sp>
      <p:sp>
        <p:nvSpPr>
          <p:cNvPr id="7" name="Rectangle 6"/>
          <p:cNvSpPr/>
          <p:nvPr/>
        </p:nvSpPr>
        <p:spPr>
          <a:xfrm>
            <a:off x="-27838" y="21989075"/>
            <a:ext cx="21684935" cy="5352512"/>
          </a:xfrm>
          <a:prstGeom prst="rect">
            <a:avLst/>
          </a:prstGeom>
          <a:solidFill>
            <a:srgbClr val="FCDCBF"/>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a:p>
        </p:txBody>
      </p:sp>
      <p:sp>
        <p:nvSpPr>
          <p:cNvPr id="8" name="Rectangle 7"/>
          <p:cNvSpPr/>
          <p:nvPr/>
        </p:nvSpPr>
        <p:spPr>
          <a:xfrm>
            <a:off x="-12911" y="27324168"/>
            <a:ext cx="21670008" cy="5578746"/>
          </a:xfrm>
          <a:prstGeom prst="rect">
            <a:avLst/>
          </a:prstGeom>
          <a:solidFill>
            <a:srgbClr val="D7F5CD"/>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a:p>
        </p:txBody>
      </p:sp>
      <p:sp>
        <p:nvSpPr>
          <p:cNvPr id="19" name="Rectangle 18"/>
          <p:cNvSpPr/>
          <p:nvPr/>
        </p:nvSpPr>
        <p:spPr>
          <a:xfrm>
            <a:off x="348719" y="4053892"/>
            <a:ext cx="4258423" cy="5513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7" b="1" dirty="0">
                <a:solidFill>
                  <a:schemeClr val="tx1"/>
                </a:solidFill>
                <a:latin typeface="Times New Roman" panose="02020603050405020304" pitchFamily="18" charset="0"/>
                <a:cs typeface="Times New Roman" panose="02020603050405020304" pitchFamily="18" charset="0"/>
              </a:rPr>
              <a:t>INTRODUCTION</a:t>
            </a:r>
            <a:endParaRPr lang="en-IN" sz="2787" b="1" dirty="0">
              <a:solidFill>
                <a:schemeClr val="tx1"/>
              </a:solidFill>
              <a:latin typeface="Times New Roman" panose="02020603050405020304" pitchFamily="18" charset="0"/>
              <a:cs typeface="Times New Roman" panose="02020603050405020304" pitchFamily="18" charset="0"/>
            </a:endParaRPr>
          </a:p>
        </p:txBody>
      </p:sp>
      <p:sp>
        <p:nvSpPr>
          <p:cNvPr id="10" name="Rectangle 9"/>
          <p:cNvSpPr/>
          <p:nvPr/>
        </p:nvSpPr>
        <p:spPr>
          <a:xfrm>
            <a:off x="30970" y="2522585"/>
            <a:ext cx="21568555" cy="1502711"/>
          </a:xfrm>
          <a:prstGeom prst="rect">
            <a:avLst/>
          </a:prstGeom>
          <a:solidFill>
            <a:srgbClr val="FFF2CC"/>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a:p>
        </p:txBody>
      </p:sp>
      <p:sp>
        <p:nvSpPr>
          <p:cNvPr id="22" name="Rectangle 21"/>
          <p:cNvSpPr/>
          <p:nvPr/>
        </p:nvSpPr>
        <p:spPr>
          <a:xfrm>
            <a:off x="348719" y="15899311"/>
            <a:ext cx="2454868" cy="5513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7" b="1" dirty="0">
                <a:solidFill>
                  <a:schemeClr val="tx1"/>
                </a:solidFill>
                <a:latin typeface="Times New Roman" panose="02020603050405020304" pitchFamily="18" charset="0"/>
                <a:cs typeface="Times New Roman" panose="02020603050405020304" pitchFamily="18" charset="0"/>
              </a:rPr>
              <a:t>RESULTS</a:t>
            </a:r>
            <a:endParaRPr lang="en-IN" sz="2787" b="1" dirty="0">
              <a:solidFill>
                <a:schemeClr val="tx1"/>
              </a:solidFill>
              <a:latin typeface="Times New Roman" panose="02020603050405020304" pitchFamily="18" charset="0"/>
              <a:cs typeface="Times New Roman" panose="02020603050405020304" pitchFamily="18" charset="0"/>
            </a:endParaRPr>
          </a:p>
        </p:txBody>
      </p:sp>
      <p:sp>
        <p:nvSpPr>
          <p:cNvPr id="23" name="Rectangle 22"/>
          <p:cNvSpPr/>
          <p:nvPr/>
        </p:nvSpPr>
        <p:spPr>
          <a:xfrm>
            <a:off x="323722" y="22153306"/>
            <a:ext cx="7716271" cy="5513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7" b="1" dirty="0">
                <a:solidFill>
                  <a:schemeClr val="tx1"/>
                </a:solidFill>
                <a:latin typeface="Times New Roman" panose="02020603050405020304" pitchFamily="18" charset="0"/>
                <a:cs typeface="Times New Roman" panose="02020603050405020304" pitchFamily="18" charset="0"/>
              </a:rPr>
              <a:t>DISCUSSION AND CONCLUSION</a:t>
            </a:r>
            <a:endParaRPr lang="en-IN" sz="2787" b="1" dirty="0">
              <a:solidFill>
                <a:schemeClr val="tx1"/>
              </a:solidFill>
              <a:latin typeface="Times New Roman" panose="02020603050405020304" pitchFamily="18" charset="0"/>
              <a:cs typeface="Times New Roman" panose="02020603050405020304" pitchFamily="18" charset="0"/>
            </a:endParaRPr>
          </a:p>
        </p:txBody>
      </p:sp>
      <p:sp>
        <p:nvSpPr>
          <p:cNvPr id="24" name="Rectangle 23"/>
          <p:cNvSpPr/>
          <p:nvPr/>
        </p:nvSpPr>
        <p:spPr>
          <a:xfrm>
            <a:off x="365823" y="27393869"/>
            <a:ext cx="3947465" cy="5513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7" b="1" dirty="0">
                <a:solidFill>
                  <a:schemeClr val="tx1"/>
                </a:solidFill>
                <a:latin typeface="Times New Roman" panose="02020603050405020304" pitchFamily="18" charset="0"/>
                <a:cs typeface="Times New Roman" panose="02020603050405020304" pitchFamily="18" charset="0"/>
              </a:rPr>
              <a:t>BIBLIOGRAPHY</a:t>
            </a:r>
            <a:endParaRPr lang="en-IN" sz="2787" b="1" dirty="0">
              <a:solidFill>
                <a:schemeClr val="tx1"/>
              </a:solidFill>
              <a:latin typeface="Times New Roman" panose="02020603050405020304" pitchFamily="18" charset="0"/>
              <a:cs typeface="Times New Roman" panose="02020603050405020304" pitchFamily="18" charset="0"/>
            </a:endParaRPr>
          </a:p>
        </p:txBody>
      </p:sp>
      <p:sp>
        <p:nvSpPr>
          <p:cNvPr id="15" name="TextBox 14"/>
          <p:cNvSpPr txBox="1"/>
          <p:nvPr/>
        </p:nvSpPr>
        <p:spPr>
          <a:xfrm>
            <a:off x="323722" y="2905132"/>
            <a:ext cx="20898834" cy="643702"/>
          </a:xfrm>
          <a:prstGeom prst="rect">
            <a:avLst/>
          </a:prstGeom>
          <a:noFill/>
        </p:spPr>
        <p:txBody>
          <a:bodyPr wrap="square" rtlCol="0">
            <a:spAutoFit/>
          </a:bodyPr>
          <a:lstStyle/>
          <a:p>
            <a:pPr algn="ctr"/>
            <a:r>
              <a:rPr lang="en-US" sz="3583" b="1" dirty="0">
                <a:latin typeface="Times New Roman" panose="02020603050405020304" pitchFamily="18" charset="0"/>
                <a:cs typeface="Times New Roman" panose="02020603050405020304" pitchFamily="18" charset="0"/>
              </a:rPr>
              <a:t>Efficient Smart Parking System Using ResNet Algorithm Comparing with MobileNet-V2 Algorithm</a:t>
            </a:r>
          </a:p>
        </p:txBody>
      </p:sp>
      <p:sp>
        <p:nvSpPr>
          <p:cNvPr id="20" name="Rectangle 19"/>
          <p:cNvSpPr/>
          <p:nvPr/>
        </p:nvSpPr>
        <p:spPr>
          <a:xfrm>
            <a:off x="323722" y="10029113"/>
            <a:ext cx="6770960" cy="5513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7" b="1" dirty="0">
                <a:solidFill>
                  <a:schemeClr val="tx1"/>
                </a:solidFill>
                <a:latin typeface="Times New Roman" panose="02020603050405020304" pitchFamily="18" charset="0"/>
                <a:cs typeface="Times New Roman" panose="02020603050405020304" pitchFamily="18" charset="0"/>
              </a:rPr>
              <a:t>MATERIALS AND METHODS</a:t>
            </a:r>
            <a:endParaRPr lang="en-IN" sz="2787" b="1" dirty="0">
              <a:solidFill>
                <a:schemeClr val="tx1"/>
              </a:solidFill>
              <a:latin typeface="Times New Roman" panose="02020603050405020304" pitchFamily="18" charset="0"/>
              <a:cs typeface="Times New Roman" panose="02020603050405020304" pitchFamily="18" charset="0"/>
            </a:endParaRPr>
          </a:p>
        </p:txBody>
      </p:sp>
      <p:sp>
        <p:nvSpPr>
          <p:cNvPr id="16" name="TextBox 15"/>
          <p:cNvSpPr txBox="1"/>
          <p:nvPr/>
        </p:nvSpPr>
        <p:spPr>
          <a:xfrm>
            <a:off x="11225083" y="1463838"/>
            <a:ext cx="8384766" cy="856276"/>
          </a:xfrm>
          <a:prstGeom prst="rect">
            <a:avLst/>
          </a:prstGeom>
          <a:noFill/>
        </p:spPr>
        <p:txBody>
          <a:bodyPr wrap="square" rtlCol="0">
            <a:spAutoFit/>
          </a:bodyPr>
          <a:lstStyle/>
          <a:p>
            <a:pPr algn="r"/>
            <a:r>
              <a:rPr lang="en-US" sz="2488" b="1">
                <a:solidFill>
                  <a:schemeClr val="bg1"/>
                </a:solidFill>
                <a:latin typeface="Times New Roman" panose="02020603050405020304" pitchFamily="18" charset="0"/>
                <a:cs typeface="Times New Roman" panose="02020603050405020304" pitchFamily="18" charset="0"/>
              </a:rPr>
              <a:t> Ms. Poorani.S            </a:t>
            </a:r>
            <a:endParaRPr lang="en-US" sz="2488" b="1" dirty="0">
              <a:solidFill>
                <a:schemeClr val="bg1"/>
              </a:solidFill>
              <a:latin typeface="Times New Roman" panose="02020603050405020304" pitchFamily="18" charset="0"/>
              <a:cs typeface="Times New Roman" panose="02020603050405020304" pitchFamily="18" charset="0"/>
            </a:endParaRPr>
          </a:p>
          <a:p>
            <a:pPr algn="r"/>
            <a:r>
              <a:rPr lang="en-US" sz="2488" b="1" dirty="0">
                <a:solidFill>
                  <a:schemeClr val="bg1"/>
                </a:solidFill>
                <a:latin typeface="Times New Roman" panose="02020603050405020304" pitchFamily="18" charset="0"/>
                <a:cs typeface="Times New Roman" panose="02020603050405020304" pitchFamily="18" charset="0"/>
              </a:rPr>
              <a:t> Guided by Dr. Mary Valantina. G</a:t>
            </a:r>
            <a:endParaRPr lang="en-IN" sz="2488" b="1" dirty="0">
              <a:solidFill>
                <a:schemeClr val="bg1"/>
              </a:solidFill>
              <a:latin typeface="Times New Roman" panose="02020603050405020304" pitchFamily="18" charset="0"/>
              <a:cs typeface="Times New Roman" panose="02020603050405020304" pitchFamily="18" charset="0"/>
            </a:endParaRPr>
          </a:p>
        </p:txBody>
      </p:sp>
      <p:sp>
        <p:nvSpPr>
          <p:cNvPr id="26" name="TextBox 25"/>
          <p:cNvSpPr txBox="1"/>
          <p:nvPr/>
        </p:nvSpPr>
        <p:spPr>
          <a:xfrm>
            <a:off x="218075" y="4227615"/>
            <a:ext cx="15053563" cy="5821209"/>
          </a:xfrm>
          <a:prstGeom prst="rect">
            <a:avLst/>
          </a:prstGeom>
          <a:noFill/>
        </p:spPr>
        <p:txBody>
          <a:bodyPr wrap="square" rtlCol="0">
            <a:spAutoFit/>
          </a:bodyPr>
          <a:lstStyle/>
          <a:p>
            <a:endParaRPr lang="en-US" altLang="en-IN" sz="2189" b="1" dirty="0">
              <a:latin typeface="Times New Roman" panose="02020603050405020304" pitchFamily="18" charset="0"/>
              <a:cs typeface="Times New Roman" panose="02020603050405020304" pitchFamily="18" charset="0"/>
              <a:sym typeface="+mn-ea"/>
            </a:endParaRPr>
          </a:p>
          <a:p>
            <a:pPr marL="341254" indent="-341254" algn="just">
              <a:buFont typeface="Wingdings" panose="05000000000000000000" pitchFamily="2" charset="2"/>
              <a:buChar char="Ø"/>
            </a:pPr>
            <a:r>
              <a:rPr lang="en-US" altLang="en-IN" sz="2190" b="1" dirty="0">
                <a:latin typeface="Times New Roman" panose="02020603050405020304" pitchFamily="18" charset="0"/>
                <a:cs typeface="Times New Roman" panose="02020603050405020304" pitchFamily="18" charset="0"/>
                <a:sym typeface="+mn-ea"/>
              </a:rPr>
              <a:t>In urban areas, vehicles are predominantly used for transportation, leading to increasing congestion and a diminishing availability of parking spaces. An efficient smart parking system can significantly alleviate these issues by optimizing parking space usage, reducing traffic and decreasing carbon emissions.</a:t>
            </a:r>
          </a:p>
          <a:p>
            <a:pPr marL="341254" indent="-341254" algn="just">
              <a:buFont typeface="Wingdings" panose="05000000000000000000" pitchFamily="2" charset="2"/>
              <a:buChar char="Ø"/>
            </a:pPr>
            <a:endParaRPr lang="en-US" altLang="en-IN" sz="2190" b="1" dirty="0">
              <a:latin typeface="Times New Roman" panose="02020603050405020304" pitchFamily="18" charset="0"/>
              <a:cs typeface="Times New Roman" panose="02020603050405020304" pitchFamily="18" charset="0"/>
              <a:sym typeface="+mn-ea"/>
            </a:endParaRPr>
          </a:p>
          <a:p>
            <a:pPr marL="341254" indent="-341254" algn="just">
              <a:buFont typeface="Wingdings" panose="05000000000000000000" pitchFamily="2" charset="2"/>
              <a:buChar char="Ø"/>
            </a:pPr>
            <a:r>
              <a:rPr lang="en-US" altLang="en-IN" sz="2190" b="1" dirty="0">
                <a:latin typeface="Times New Roman" panose="02020603050405020304" pitchFamily="18" charset="0"/>
                <a:cs typeface="Times New Roman" panose="02020603050405020304" pitchFamily="18" charset="0"/>
                <a:sym typeface="+mn-ea"/>
              </a:rPr>
              <a:t>The aim of this study is to classify real-time processing and decision-making, ensuring quick and accurate identification of available parking spaces by using two deep learning algorithms.</a:t>
            </a:r>
          </a:p>
          <a:p>
            <a:pPr algn="just"/>
            <a:r>
              <a:rPr lang="en-US" altLang="en-IN" sz="2190" b="1" dirty="0">
                <a:latin typeface="Times New Roman" panose="02020603050405020304" pitchFamily="18" charset="0"/>
                <a:cs typeface="Times New Roman" panose="02020603050405020304" pitchFamily="18" charset="0"/>
                <a:sym typeface="+mn-ea"/>
              </a:rPr>
              <a:t> </a:t>
            </a:r>
            <a:endParaRPr lang="en-IN" sz="2190"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US" altLang="en-IN" sz="2190" b="1" dirty="0">
                <a:latin typeface="Times New Roman" panose="02020603050405020304" pitchFamily="18" charset="0"/>
                <a:cs typeface="Times New Roman" panose="02020603050405020304" pitchFamily="18" charset="0"/>
              </a:rPr>
              <a:t>In this research study, MobileNetV-2 algorithm is compared with ResNet algorithm to enhance accuracy. MobileNet-V2 has a more straightforward architecture with stacked convolutional layers, better suited for capturing the visual features of the parking spots. ResNet will handle complex visual data like image classification and object detection  makes it a versatile tool for computer vision applications.</a:t>
            </a:r>
          </a:p>
          <a:p>
            <a:pPr marL="341254" indent="-341254" algn="just">
              <a:buFont typeface="Wingdings" panose="05000000000000000000" pitchFamily="2" charset="2"/>
              <a:buChar char="Ø"/>
            </a:pPr>
            <a:endParaRPr lang="en-IN" sz="2190"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US" altLang="en-IN" sz="2190" b="1" dirty="0">
                <a:latin typeface="Times New Roman" panose="02020603050405020304" pitchFamily="18" charset="0"/>
                <a:cs typeface="Times New Roman" panose="02020603050405020304" pitchFamily="18" charset="0"/>
              </a:rPr>
              <a:t>The research will employ a diverse dataset of car parking images encompassing various spaces to evaluate the effectiveness of car parking identification algorithms.</a:t>
            </a:r>
            <a:endParaRPr lang="en-IN" sz="2190" b="1" dirty="0">
              <a:latin typeface="Times New Roman" panose="02020603050405020304" pitchFamily="18" charset="0"/>
              <a:cs typeface="Times New Roman" panose="02020603050405020304" pitchFamily="18" charset="0"/>
            </a:endParaRPr>
          </a:p>
          <a:p>
            <a:pPr marL="341254" indent="-341254">
              <a:buFont typeface="Wingdings" panose="05000000000000000000" pitchFamily="2" charset="2"/>
              <a:buChar char="Ø"/>
            </a:pPr>
            <a:endParaRPr lang="en-US" altLang="en-IN" sz="2189" b="1" dirty="0">
              <a:latin typeface="Times New Roman" panose="02020603050405020304" pitchFamily="18" charset="0"/>
              <a:cs typeface="Times New Roman" panose="02020603050405020304" pitchFamily="18" charset="0"/>
            </a:endParaRPr>
          </a:p>
          <a:p>
            <a:pPr marL="341254" indent="-341254">
              <a:buFont typeface="Wingdings" panose="05000000000000000000" pitchFamily="2" charset="2"/>
              <a:buChar char="Ø"/>
            </a:pPr>
            <a:r>
              <a:rPr lang="en-US" altLang="en-IN" sz="2189" b="1" dirty="0">
                <a:latin typeface="Times New Roman" panose="02020603050405020304" pitchFamily="18" charset="0"/>
                <a:cs typeface="Times New Roman" panose="02020603050405020304" pitchFamily="18" charset="0"/>
              </a:rPr>
              <a:t>The advantage of MobileNet-V2 algorithm is having higher accuracy when compared with ResNet algorithm.</a:t>
            </a:r>
          </a:p>
        </p:txBody>
      </p:sp>
      <p:sp>
        <p:nvSpPr>
          <p:cNvPr id="36" name="TextBox 35"/>
          <p:cNvSpPr txBox="1"/>
          <p:nvPr/>
        </p:nvSpPr>
        <p:spPr>
          <a:xfrm>
            <a:off x="1384372" y="10973564"/>
            <a:ext cx="12078470" cy="396857"/>
          </a:xfrm>
          <a:prstGeom prst="rect">
            <a:avLst/>
          </a:prstGeom>
          <a:noFill/>
        </p:spPr>
        <p:txBody>
          <a:bodyPr wrap="square" rtlCol="0">
            <a:spAutoFit/>
          </a:bodyPr>
          <a:lstStyle/>
          <a:p>
            <a:endParaRPr lang="en-IN" sz="1990" b="1" dirty="0">
              <a:latin typeface="Times New Roman" panose="02020603050405020304" pitchFamily="18" charset="0"/>
              <a:cs typeface="Times New Roman" panose="02020603050405020304" pitchFamily="18" charset="0"/>
            </a:endParaRPr>
          </a:p>
        </p:txBody>
      </p:sp>
      <p:sp>
        <p:nvSpPr>
          <p:cNvPr id="38" name="TextBox 37"/>
          <p:cNvSpPr txBox="1"/>
          <p:nvPr/>
        </p:nvSpPr>
        <p:spPr>
          <a:xfrm>
            <a:off x="482639" y="22868863"/>
            <a:ext cx="20489198" cy="5147307"/>
          </a:xfrm>
          <a:prstGeom prst="rect">
            <a:avLst/>
          </a:prstGeom>
          <a:noFill/>
        </p:spPr>
        <p:txBody>
          <a:bodyPr wrap="square" rtlCol="0">
            <a:spAutoFit/>
          </a:bodyPr>
          <a:lstStyle/>
          <a:p>
            <a:pPr marL="341254" indent="-341254" algn="just">
              <a:buFont typeface="Wingdings" panose="05000000000000000000" pitchFamily="2" charset="2"/>
              <a:buChar char="Ø"/>
            </a:pPr>
            <a:r>
              <a:rPr lang="en-US" altLang="en-IN" sz="2190" b="1" dirty="0">
                <a:latin typeface="Times New Roman" panose="02020603050405020304" pitchFamily="18" charset="0"/>
                <a:cs typeface="Times New Roman" panose="02020603050405020304" pitchFamily="18" charset="0"/>
              </a:rPr>
              <a:t>Based on obtained results, MobileNet-V2 has significantly better accuracy (97%) compared to ResNet Algorithm accuracy (96.42).</a:t>
            </a:r>
          </a:p>
          <a:p>
            <a:pPr marL="341254" indent="-341254" algn="just">
              <a:buFont typeface="Wingdings" panose="05000000000000000000" pitchFamily="2" charset="2"/>
              <a:buChar char="Ø"/>
            </a:pPr>
            <a:endParaRPr lang="en-US" altLang="en-IN" sz="2190"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US" altLang="en-IN" sz="2190" b="1" dirty="0">
                <a:latin typeface="Times New Roman" panose="02020603050405020304" pitchFamily="18" charset="0"/>
                <a:cs typeface="Times New Roman" panose="02020603050405020304" pitchFamily="18" charset="0"/>
              </a:rPr>
              <a:t>The Independent samples T-test revealed a statistically significant difference value of  (p=0.013) (independent sample T - test p&lt;0.05) is obtained and shows that there is a statistical significant difference between the group 1 and group 2.</a:t>
            </a:r>
          </a:p>
          <a:p>
            <a:pPr marL="341254" indent="-341254" algn="just">
              <a:buFont typeface="Wingdings" panose="05000000000000000000" pitchFamily="2" charset="2"/>
              <a:buChar char="Ø"/>
            </a:pPr>
            <a:endParaRPr lang="en-US" altLang="en-IN" sz="2190"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US" altLang="en-IN" sz="2190" b="1" dirty="0">
                <a:latin typeface="Times New Roman" panose="02020603050405020304" pitchFamily="18" charset="0"/>
                <a:cs typeface="Times New Roman" panose="02020603050405020304" pitchFamily="18" charset="0"/>
              </a:rPr>
              <a:t>In this study, the main contributors are vehicles and parking spaces. The MobileNet-V2 algorithm demonstrates an accuracy rate of 97%, outperforming ResNet, which achieves 96% accuracy. This findings revealed that MobileNet-V2 achieved higher accuracy in classifying images compared to ResNet algorithm.</a:t>
            </a:r>
          </a:p>
          <a:p>
            <a:pPr algn="just"/>
            <a:endParaRPr lang="en-US" altLang="en-IN" sz="2190"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US" altLang="en-IN" sz="2190" b="1" dirty="0">
                <a:latin typeface="Times New Roman" panose="02020603050405020304" pitchFamily="18" charset="0"/>
                <a:cs typeface="Times New Roman" panose="02020603050405020304" pitchFamily="18" charset="0"/>
              </a:rPr>
              <a:t>This research has identified that smart parking is evolving from simply finding an empty spot to navigate cities, and managing our resources with efficiency and sustainability with advancements in automation and vehicle integration.</a:t>
            </a:r>
          </a:p>
          <a:p>
            <a:pPr marL="341254" indent="-341254" algn="just">
              <a:buFont typeface="Wingdings" panose="05000000000000000000" pitchFamily="2" charset="2"/>
              <a:buChar char="Ø"/>
            </a:pPr>
            <a:endParaRPr lang="en-US" altLang="en-IN" sz="2190"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US" altLang="en-IN" sz="2190" b="1" dirty="0">
                <a:latin typeface="Times New Roman" panose="02020603050405020304" pitchFamily="18" charset="0"/>
                <a:cs typeface="Times New Roman" panose="02020603050405020304" pitchFamily="18" charset="0"/>
              </a:rPr>
              <a:t>From the work , it is concluded that the MobileNet-V2 algorithm attains high accuracy. MobileNet-V2’s ability to run efficiently on devices with good accuracy makes it a strong foundation for future advancements in embedded applications, medical diagnosis and wearable tech.</a:t>
            </a:r>
          </a:p>
          <a:p>
            <a:pPr marL="341254" indent="-341254">
              <a:buFont typeface="Wingdings" panose="05000000000000000000" pitchFamily="2" charset="2"/>
              <a:buChar char="Ø"/>
            </a:pPr>
            <a:endParaRPr lang="en-US" altLang="en-IN" sz="2189" b="1" dirty="0">
              <a:latin typeface="Times New Roman" panose="02020603050405020304" pitchFamily="18" charset="0"/>
              <a:cs typeface="Times New Roman" panose="02020603050405020304" pitchFamily="18" charset="0"/>
            </a:endParaRPr>
          </a:p>
          <a:p>
            <a:pPr marL="341254" indent="-341254">
              <a:buFont typeface="Wingdings" panose="05000000000000000000" pitchFamily="2" charset="2"/>
              <a:buChar char="Ø"/>
            </a:pPr>
            <a:endParaRPr lang="en-US" altLang="en-IN" sz="2189" b="1" dirty="0">
              <a:latin typeface="Times New Roman" panose="02020603050405020304" pitchFamily="18" charset="0"/>
              <a:cs typeface="Times New Roman" panose="02020603050405020304" pitchFamily="18" charset="0"/>
            </a:endParaRPr>
          </a:p>
        </p:txBody>
      </p:sp>
      <p:sp>
        <p:nvSpPr>
          <p:cNvPr id="39" name="TextBox 38"/>
          <p:cNvSpPr txBox="1"/>
          <p:nvPr/>
        </p:nvSpPr>
        <p:spPr>
          <a:xfrm>
            <a:off x="323722" y="28084510"/>
            <a:ext cx="21139308" cy="5147435"/>
          </a:xfrm>
          <a:prstGeom prst="rect">
            <a:avLst/>
          </a:prstGeom>
          <a:noFill/>
        </p:spPr>
        <p:txBody>
          <a:bodyPr wrap="square" rtlCol="0">
            <a:spAutoFit/>
          </a:bodyPr>
          <a:lstStyle/>
          <a:p>
            <a:pPr marL="341254" indent="-341254" algn="just">
              <a:buFont typeface="Wingdings" panose="05000000000000000000" pitchFamily="2" charset="2"/>
              <a:buChar char="Ø"/>
            </a:pPr>
            <a:r>
              <a:rPr lang="en-GB" sz="2190" b="1" dirty="0">
                <a:latin typeface="Times New Roman" panose="02020603050405020304" pitchFamily="18" charset="0"/>
                <a:cs typeface="Times New Roman" panose="02020603050405020304" pitchFamily="18" charset="0"/>
              </a:rPr>
              <a:t>Grbić, Ratko, and Brando Koch. 2023. “Automatic Vision-Based Parking Slot Detection and Occupancy Classification.” Expert Systems with Applications 225 (120147): 120147.</a:t>
            </a:r>
          </a:p>
          <a:p>
            <a:pPr marL="341254" indent="-341254" algn="just">
              <a:buFont typeface="Wingdings" panose="05000000000000000000" pitchFamily="2" charset="2"/>
              <a:buChar char="Ø"/>
            </a:pPr>
            <a:endParaRPr lang="en-IN" sz="2190"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IN" sz="2190" b="1" dirty="0">
                <a:latin typeface="Times New Roman" panose="02020603050405020304" pitchFamily="18" charset="0"/>
                <a:cs typeface="Times New Roman" panose="02020603050405020304" pitchFamily="18" charset="0"/>
              </a:rPr>
              <a:t>Hayawi, D. Mustafad Mustafa J. Hayawi J., and Satar Shaker Muhammad. 2022. “Detection Parking Spaces by Using the ResNet50 Algorithm.” Journal of Al-</a:t>
            </a:r>
            <a:r>
              <a:rPr lang="en-IN" sz="2190" b="1" dirty="0" err="1">
                <a:latin typeface="Times New Roman" panose="02020603050405020304" pitchFamily="18" charset="0"/>
                <a:cs typeface="Times New Roman" panose="02020603050405020304" pitchFamily="18" charset="0"/>
              </a:rPr>
              <a:t>Qadisiyah</a:t>
            </a:r>
            <a:r>
              <a:rPr lang="en-IN" sz="2190" b="1" dirty="0">
                <a:latin typeface="Times New Roman" panose="02020603050405020304" pitchFamily="18" charset="0"/>
                <a:cs typeface="Times New Roman" panose="02020603050405020304" pitchFamily="18" charset="0"/>
              </a:rPr>
              <a:t> for Computer Science and Mathematics 14 (2). </a:t>
            </a:r>
            <a:r>
              <a:rPr lang="en-IN" sz="2190" b="1" dirty="0">
                <a:latin typeface="Times New Roman" panose="02020603050405020304" pitchFamily="18" charset="0"/>
                <a:cs typeface="Times New Roman" panose="02020603050405020304" pitchFamily="18" charset="0"/>
                <a:hlinkClick r:id="rId2"/>
              </a:rPr>
              <a:t>https://doi.org/10.29304/jqcm.2022.14.2.932</a:t>
            </a:r>
            <a:r>
              <a:rPr lang="en-IN" sz="2190" b="1" dirty="0">
                <a:latin typeface="Times New Roman" panose="02020603050405020304" pitchFamily="18" charset="0"/>
                <a:cs typeface="Times New Roman" panose="02020603050405020304" pitchFamily="18" charset="0"/>
              </a:rPr>
              <a:t>.</a:t>
            </a:r>
          </a:p>
          <a:p>
            <a:pPr marL="341254" indent="-341254" algn="just">
              <a:buFont typeface="Wingdings" panose="05000000000000000000" pitchFamily="2" charset="2"/>
              <a:buChar char="Ø"/>
            </a:pPr>
            <a:endParaRPr lang="en-IN" sz="2190"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IN" sz="2190" b="1" dirty="0">
                <a:latin typeface="Times New Roman" panose="02020603050405020304" pitchFamily="18" charset="0"/>
                <a:cs typeface="Times New Roman" panose="02020603050405020304" pitchFamily="18" charset="0"/>
              </a:rPr>
              <a:t>Neupane, Dhiraj, Aashish Bhattarai, Sunil Aryal, Mohamed Reda Bouadjenek, Ukmin Seok, and Jongwon Seok. 2024. “Shine: A Deep Learning-Based Accessible Parking Management System.” Expert Systems with Applications 238 (122205): 122205.</a:t>
            </a:r>
          </a:p>
          <a:p>
            <a:pPr marL="341254" indent="-341254" algn="just">
              <a:buFont typeface="Wingdings" panose="05000000000000000000" pitchFamily="2" charset="2"/>
              <a:buChar char="Ø"/>
            </a:pPr>
            <a:endParaRPr lang="en-IN" sz="2190"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IN" sz="2190" b="1" dirty="0">
                <a:latin typeface="Times New Roman" panose="02020603050405020304" pitchFamily="18" charset="0"/>
                <a:cs typeface="Times New Roman" panose="02020603050405020304" pitchFamily="18" charset="0"/>
              </a:rPr>
              <a:t>Iqbal, Md Ifraham, Mazharul Islam Leon, Nilambar Haldar Tonmoy, Jahidul Islam, and Amit Ghosh. 2021. “Deep Learning Based Smart Parking for a Metropolitan Area.” In 2021 IEEE Region 10 Symposium (TENSYMP). IEEE. </a:t>
            </a:r>
            <a:r>
              <a:rPr lang="en-IN" sz="2190" b="1" dirty="0">
                <a:latin typeface="Times New Roman" panose="02020603050405020304" pitchFamily="18" charset="0"/>
                <a:cs typeface="Times New Roman" panose="02020603050405020304" pitchFamily="18" charset="0"/>
                <a:hlinkClick r:id="rId3"/>
              </a:rPr>
              <a:t>https://doi.org/10.1109/tensymp52854.2021.9550904</a:t>
            </a:r>
            <a:r>
              <a:rPr lang="en-IN" sz="2190" b="1" dirty="0">
                <a:latin typeface="Times New Roman" panose="02020603050405020304" pitchFamily="18" charset="0"/>
                <a:cs typeface="Times New Roman" panose="02020603050405020304" pitchFamily="18" charset="0"/>
              </a:rPr>
              <a:t>.</a:t>
            </a:r>
          </a:p>
          <a:p>
            <a:pPr algn="just"/>
            <a:endParaRPr lang="en-IN" sz="2190"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IN" sz="2190" b="1" dirty="0">
                <a:latin typeface="Times New Roman" panose="02020603050405020304" pitchFamily="18" charset="0"/>
                <a:cs typeface="Times New Roman" panose="02020603050405020304" pitchFamily="18" charset="0"/>
              </a:rPr>
              <a:t>Zhuang, </a:t>
            </a:r>
            <a:r>
              <a:rPr lang="en-IN" sz="2190" b="1" dirty="0" err="1">
                <a:latin typeface="Times New Roman" panose="02020603050405020304" pitchFamily="18" charset="0"/>
                <a:cs typeface="Times New Roman" panose="02020603050405020304" pitchFamily="18" charset="0"/>
              </a:rPr>
              <a:t>Yifan</a:t>
            </a:r>
            <a:r>
              <a:rPr lang="en-IN" sz="2190" b="1" dirty="0">
                <a:latin typeface="Times New Roman" panose="02020603050405020304" pitchFamily="18" charset="0"/>
                <a:cs typeface="Times New Roman" panose="02020603050405020304" pitchFamily="18" charset="0"/>
              </a:rPr>
              <a:t>, </a:t>
            </a:r>
            <a:r>
              <a:rPr lang="en-IN" sz="2190" b="1" dirty="0" err="1">
                <a:latin typeface="Times New Roman" panose="02020603050405020304" pitchFamily="18" charset="0"/>
                <a:cs typeface="Times New Roman" panose="02020603050405020304" pitchFamily="18" charset="0"/>
              </a:rPr>
              <a:t>Ziyuan</a:t>
            </a:r>
            <a:r>
              <a:rPr lang="en-IN" sz="2190" b="1" dirty="0">
                <a:latin typeface="Times New Roman" panose="02020603050405020304" pitchFamily="18" charset="0"/>
                <a:cs typeface="Times New Roman" panose="02020603050405020304" pitchFamily="18" charset="0"/>
              </a:rPr>
              <a:t> Pu, Hao Yang, and </a:t>
            </a:r>
            <a:r>
              <a:rPr lang="en-IN" sz="2190" b="1" dirty="0" err="1">
                <a:latin typeface="Times New Roman" panose="02020603050405020304" pitchFamily="18" charset="0"/>
                <a:cs typeface="Times New Roman" panose="02020603050405020304" pitchFamily="18" charset="0"/>
              </a:rPr>
              <a:t>Yinhai</a:t>
            </a:r>
            <a:r>
              <a:rPr lang="en-IN" sz="2190" b="1" dirty="0">
                <a:latin typeface="Times New Roman" panose="02020603050405020304" pitchFamily="18" charset="0"/>
                <a:cs typeface="Times New Roman" panose="02020603050405020304" pitchFamily="18" charset="0"/>
              </a:rPr>
              <a:t> Wang. 2022. “Edge–artificial Intelligence-Powered Parking Surveillance with Quantized Neural Networks.” IEEE Intelligent Transportation Systems Magazine 14 (6): 107–21.</a:t>
            </a:r>
          </a:p>
          <a:p>
            <a:pPr marL="341254" indent="-341254" algn="just">
              <a:buFont typeface="Wingdings" panose="05000000000000000000" pitchFamily="2" charset="2"/>
              <a:buChar char="Ø"/>
            </a:pPr>
            <a:endParaRPr lang="en-IN" sz="2189" b="1" dirty="0">
              <a:latin typeface="Times New Roman" panose="02020603050405020304" pitchFamily="18" charset="0"/>
              <a:cs typeface="Times New Roman" panose="02020603050405020304" pitchFamily="18" charset="0"/>
            </a:endParaRPr>
          </a:p>
        </p:txBody>
      </p:sp>
      <p:sp>
        <p:nvSpPr>
          <p:cNvPr id="29" name="Text Box 28"/>
          <p:cNvSpPr txBox="1"/>
          <p:nvPr/>
        </p:nvSpPr>
        <p:spPr>
          <a:xfrm>
            <a:off x="365822" y="16298692"/>
            <a:ext cx="12451017" cy="1776768"/>
          </a:xfrm>
          <a:prstGeom prst="rect">
            <a:avLst/>
          </a:prstGeom>
          <a:noFill/>
        </p:spPr>
        <p:txBody>
          <a:bodyPr wrap="square" rtlCol="0">
            <a:spAutoFit/>
          </a:bodyPr>
          <a:lstStyle/>
          <a:p>
            <a:pPr algn="just"/>
            <a:endParaRPr lang="en-US" sz="2189"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189" b="1" dirty="0">
                <a:latin typeface="Times New Roman" panose="02020603050405020304" pitchFamily="18" charset="0"/>
                <a:cs typeface="Times New Roman" panose="02020603050405020304" pitchFamily="18" charset="0"/>
              </a:rPr>
              <a:t>The MobileNet-V2 algorithm accuracy is 97% and accuracy for ResNet algorithm is 96.42%.</a:t>
            </a:r>
          </a:p>
          <a:p>
            <a:pPr marL="342900" indent="-342900">
              <a:buFont typeface="Wingdings" panose="05000000000000000000" pitchFamily="2" charset="2"/>
              <a:buChar char="Ø"/>
            </a:pPr>
            <a:endParaRPr lang="en-US" sz="2189"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189" b="1" dirty="0">
                <a:latin typeface="Times New Roman" panose="02020603050405020304" pitchFamily="18" charset="0"/>
                <a:cs typeface="Times New Roman" panose="02020603050405020304" pitchFamily="18" charset="0"/>
              </a:rPr>
              <a:t>The Mean accuracy of the MobileNet-V2 algorithm is 97%, with a standard deviation of 0.58%. For ResNet, the mean accuracy and standard deviation are 96.42 and 0.45 respectively.</a:t>
            </a:r>
          </a:p>
        </p:txBody>
      </p:sp>
      <p:sp>
        <p:nvSpPr>
          <p:cNvPr id="30" name="Text Box 29"/>
          <p:cNvSpPr txBox="1"/>
          <p:nvPr/>
        </p:nvSpPr>
        <p:spPr>
          <a:xfrm>
            <a:off x="5933725" y="24482069"/>
            <a:ext cx="15955024" cy="366524"/>
          </a:xfrm>
          <a:prstGeom prst="rect">
            <a:avLst/>
          </a:prstGeom>
          <a:noFill/>
        </p:spPr>
        <p:txBody>
          <a:bodyPr wrap="square" rtlCol="0">
            <a:spAutoFit/>
          </a:bodyPr>
          <a:lstStyle/>
          <a:p>
            <a:endParaRPr lang="en-US" sz="1791"/>
          </a:p>
        </p:txBody>
      </p:sp>
      <p:sp>
        <p:nvSpPr>
          <p:cNvPr id="41" name="Text Box 40"/>
          <p:cNvSpPr txBox="1"/>
          <p:nvPr/>
        </p:nvSpPr>
        <p:spPr>
          <a:xfrm>
            <a:off x="369540" y="10586418"/>
            <a:ext cx="11170162" cy="5482527"/>
          </a:xfrm>
          <a:prstGeom prst="rect">
            <a:avLst/>
          </a:prstGeom>
          <a:noFill/>
        </p:spPr>
        <p:txBody>
          <a:bodyPr wrap="square" rtlCol="0">
            <a:spAutoFit/>
          </a:bodyPr>
          <a:lstStyle/>
          <a:p>
            <a:pPr marL="342900" indent="-342900">
              <a:buFont typeface="Wingdings" panose="05000000000000000000" pitchFamily="2" charset="2"/>
              <a:buChar char="Ø"/>
            </a:pPr>
            <a:r>
              <a:rPr lang="en-US" sz="2189" b="1" dirty="0">
                <a:latin typeface="Times New Roman" panose="02020603050405020304" pitchFamily="18" charset="0"/>
                <a:cs typeface="Times New Roman" panose="02020603050405020304" pitchFamily="18" charset="0"/>
              </a:rPr>
              <a:t>The Research work is carried out MobileNet-V2 Algorithm is in Group 1 and Group 2 is compared of ResNet algorithm. The sample size is given to each group 10 times.</a:t>
            </a:r>
          </a:p>
          <a:p>
            <a:pPr marL="342900" indent="-342900">
              <a:buFont typeface="Wingdings" panose="05000000000000000000" pitchFamily="2" charset="2"/>
              <a:buChar char="Ø"/>
            </a:pPr>
            <a:endParaRPr lang="en-US" sz="2189"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189" b="1" dirty="0">
                <a:latin typeface="Times New Roman" panose="02020603050405020304" pitchFamily="18" charset="0"/>
                <a:cs typeface="Times New Roman" panose="02020603050405020304" pitchFamily="18" charset="0"/>
              </a:rPr>
              <a:t>Alpha, Beta, G-Power, CI and threshold values for the study are 0.05, 0.2, 0.8 and 95% respectively.</a:t>
            </a:r>
          </a:p>
          <a:p>
            <a:pPr marL="342900" indent="-342900">
              <a:buFont typeface="Wingdings" panose="05000000000000000000" pitchFamily="2" charset="2"/>
              <a:buChar char="Ø"/>
            </a:pPr>
            <a:endParaRPr lang="en-US" sz="2189"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189" b="1" dirty="0">
                <a:latin typeface="Times New Roman" panose="02020603050405020304" pitchFamily="18" charset="0"/>
                <a:cs typeface="Times New Roman" panose="02020603050405020304" pitchFamily="18" charset="0"/>
              </a:rPr>
              <a:t>The Dataset is Made up of Images, there were 5000 images in this particular dataset. The dataset includes details of occupied and un occupied parking spaces and different size of vehicles.</a:t>
            </a:r>
          </a:p>
          <a:p>
            <a:pPr marL="342900" indent="-342900">
              <a:buFont typeface="Wingdings" panose="05000000000000000000" pitchFamily="2" charset="2"/>
              <a:buChar char="Ø"/>
            </a:pPr>
            <a:endParaRPr lang="en-US" sz="2189"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189" b="1" dirty="0">
                <a:latin typeface="Times New Roman" panose="02020603050405020304" pitchFamily="18" charset="0"/>
                <a:cs typeface="Times New Roman" panose="02020603050405020304" pitchFamily="18" charset="0"/>
              </a:rPr>
              <a:t>A testing setup called both hardware and software configurations with windows compatibility.</a:t>
            </a:r>
          </a:p>
          <a:p>
            <a:pPr marL="342900" indent="-342900">
              <a:buFont typeface="Wingdings" panose="05000000000000000000" pitchFamily="2" charset="2"/>
              <a:buChar char="Ø"/>
            </a:pPr>
            <a:endParaRPr lang="en-US" sz="2189"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189" b="1" dirty="0">
                <a:latin typeface="Times New Roman" panose="02020603050405020304" pitchFamily="18" charset="0"/>
                <a:cs typeface="Times New Roman" panose="02020603050405020304" pitchFamily="18" charset="0"/>
              </a:rPr>
              <a:t>SPSS tool is used for calculating t-test values. Independent and dependent variables were considered.</a:t>
            </a:r>
          </a:p>
          <a:p>
            <a:pPr marL="342900" indent="-342900">
              <a:buFont typeface="Wingdings" panose="05000000000000000000" pitchFamily="2" charset="2"/>
              <a:buChar char="Ø"/>
            </a:pPr>
            <a:endParaRPr lang="en-US" sz="2189" b="1" dirty="0">
              <a:latin typeface="Times New Roman" panose="02020603050405020304" pitchFamily="18" charset="0"/>
              <a:cs typeface="Times New Roman" panose="02020603050405020304" pitchFamily="18" charset="0"/>
            </a:endParaRPr>
          </a:p>
        </p:txBody>
      </p:sp>
      <p:sp>
        <p:nvSpPr>
          <p:cNvPr id="27" name="Rectangles 26"/>
          <p:cNvSpPr/>
          <p:nvPr/>
        </p:nvSpPr>
        <p:spPr>
          <a:xfrm>
            <a:off x="11549966" y="10697262"/>
            <a:ext cx="1878097" cy="765730"/>
          </a:xfrm>
          <a:prstGeom prst="rect">
            <a:avLst/>
          </a:prstGeom>
          <a:solidFill>
            <a:schemeClr val="accent2"/>
          </a:solidFill>
        </p:spPr>
        <p:style>
          <a:lnRef idx="2">
            <a:schemeClr val="dk1"/>
          </a:lnRef>
          <a:fillRef idx="1">
            <a:schemeClr val="lt1"/>
          </a:fillRef>
          <a:effectRef idx="0">
            <a:schemeClr val="dk1"/>
          </a:effectRef>
          <a:fontRef idx="minor">
            <a:schemeClr val="dk1"/>
          </a:fontRef>
        </p:style>
        <p:txBody>
          <a:bodyPr rtlCol="0" anchor="ctr"/>
          <a:lstStyle/>
          <a:p>
            <a:pPr algn="ctr"/>
            <a:r>
              <a:rPr lang="en-GB" altLang="en-US" sz="2189" b="1" dirty="0">
                <a:latin typeface="Times New Roman" panose="02020603050405020304" pitchFamily="18" charset="0"/>
                <a:cs typeface="Times New Roman" panose="02020603050405020304" pitchFamily="18" charset="0"/>
              </a:rPr>
              <a:t>System Initialization</a:t>
            </a:r>
            <a:endParaRPr lang="en-IN" altLang="en-US" sz="2189" b="1" dirty="0">
              <a:latin typeface="Times New Roman" panose="02020603050405020304" pitchFamily="18" charset="0"/>
              <a:cs typeface="Times New Roman" panose="02020603050405020304" pitchFamily="18" charset="0"/>
            </a:endParaRPr>
          </a:p>
        </p:txBody>
      </p:sp>
      <p:sp>
        <p:nvSpPr>
          <p:cNvPr id="28" name="Rectangles 27"/>
          <p:cNvSpPr/>
          <p:nvPr/>
        </p:nvSpPr>
        <p:spPr>
          <a:xfrm>
            <a:off x="13895955" y="10751862"/>
            <a:ext cx="2480151" cy="583768"/>
          </a:xfrm>
          <a:prstGeom prst="rect">
            <a:avLst/>
          </a:prstGeom>
          <a:solidFill>
            <a:schemeClr val="accent1">
              <a:lumMod val="75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GB" altLang="en-US" sz="2189" b="1" dirty="0">
                <a:solidFill>
                  <a:schemeClr val="bg1"/>
                </a:solidFill>
                <a:latin typeface="Times New Roman" panose="02020603050405020304" pitchFamily="18" charset="0"/>
                <a:cs typeface="Times New Roman" panose="02020603050405020304" pitchFamily="18" charset="0"/>
              </a:rPr>
              <a:t>Acquiring Reference Image</a:t>
            </a:r>
            <a:endParaRPr lang="en-IN" altLang="en-US" sz="2189" b="1" dirty="0">
              <a:solidFill>
                <a:schemeClr val="bg1"/>
              </a:solidFill>
              <a:latin typeface="Times New Roman" panose="02020603050405020304" pitchFamily="18" charset="0"/>
              <a:cs typeface="Times New Roman" panose="02020603050405020304" pitchFamily="18" charset="0"/>
            </a:endParaRPr>
          </a:p>
        </p:txBody>
      </p:sp>
      <p:sp>
        <p:nvSpPr>
          <p:cNvPr id="33" name="Flowchart: Alternate Process 32"/>
          <p:cNvSpPr/>
          <p:nvPr/>
        </p:nvSpPr>
        <p:spPr>
          <a:xfrm>
            <a:off x="13709737" y="12544014"/>
            <a:ext cx="2555186" cy="583768"/>
          </a:xfrm>
          <a:prstGeom prst="flowChartAlternateProcess">
            <a:avLst/>
          </a:prstGeom>
          <a:solidFill>
            <a:srgbClr val="7030A0"/>
          </a:solidFill>
        </p:spPr>
        <p:style>
          <a:lnRef idx="2">
            <a:schemeClr val="dk1"/>
          </a:lnRef>
          <a:fillRef idx="1">
            <a:schemeClr val="lt1"/>
          </a:fillRef>
          <a:effectRef idx="0">
            <a:schemeClr val="dk1"/>
          </a:effectRef>
          <a:fontRef idx="minor">
            <a:schemeClr val="dk1"/>
          </a:fontRef>
        </p:style>
        <p:txBody>
          <a:bodyPr rtlCol="0" anchor="ctr"/>
          <a:lstStyle/>
          <a:p>
            <a:pPr algn="ctr"/>
            <a:r>
              <a:rPr lang="en-GB" altLang="en-US" sz="2189" b="1" dirty="0">
                <a:solidFill>
                  <a:schemeClr val="bg1"/>
                </a:solidFill>
                <a:latin typeface="Times New Roman" panose="02020603050405020304" pitchFamily="18" charset="0"/>
                <a:cs typeface="Times New Roman" panose="02020603050405020304" pitchFamily="18" charset="0"/>
              </a:rPr>
              <a:t>Acquiring Image (with Cars)</a:t>
            </a:r>
            <a:endParaRPr lang="en-IN" altLang="en-US" sz="2189" b="1" dirty="0">
              <a:solidFill>
                <a:schemeClr val="bg1"/>
              </a:solidFill>
              <a:latin typeface="Times New Roman" panose="02020603050405020304" pitchFamily="18" charset="0"/>
              <a:cs typeface="Times New Roman" panose="02020603050405020304" pitchFamily="18" charset="0"/>
            </a:endParaRPr>
          </a:p>
        </p:txBody>
      </p:sp>
      <p:sp>
        <p:nvSpPr>
          <p:cNvPr id="34" name="Flowchart: Process 33"/>
          <p:cNvSpPr/>
          <p:nvPr/>
        </p:nvSpPr>
        <p:spPr>
          <a:xfrm>
            <a:off x="16832811" y="10748678"/>
            <a:ext cx="2004171" cy="641792"/>
          </a:xfrm>
          <a:prstGeom prst="flowChartProcess">
            <a:avLst/>
          </a:prstGeom>
          <a:solidFill>
            <a:schemeClr val="accent6">
              <a:lumMod val="60000"/>
              <a:lumOff val="4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GB" altLang="en-US" sz="2189" b="1" dirty="0">
                <a:latin typeface="Times New Roman" panose="02020603050405020304" pitchFamily="18" charset="0"/>
                <a:cs typeface="Times New Roman" panose="02020603050405020304" pitchFamily="18" charset="0"/>
              </a:rPr>
              <a:t> Image Enhancement</a:t>
            </a:r>
            <a:endParaRPr lang="en-IN" altLang="en-US" sz="2189" b="1" dirty="0">
              <a:latin typeface="Times New Roman" panose="02020603050405020304" pitchFamily="18" charset="0"/>
              <a:cs typeface="Times New Roman" panose="02020603050405020304" pitchFamily="18" charset="0"/>
            </a:endParaRPr>
          </a:p>
        </p:txBody>
      </p:sp>
      <p:sp>
        <p:nvSpPr>
          <p:cNvPr id="49" name="Rectangle 48"/>
          <p:cNvSpPr/>
          <p:nvPr/>
        </p:nvSpPr>
        <p:spPr>
          <a:xfrm>
            <a:off x="16106" y="-50532"/>
            <a:ext cx="21571523" cy="2569325"/>
          </a:xfrm>
          <a:prstGeom prst="rect">
            <a:avLst/>
          </a:prstGeom>
          <a:solidFill>
            <a:srgbClr val="828282"/>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a:p>
        </p:txBody>
      </p:sp>
      <p:pic>
        <p:nvPicPr>
          <p:cNvPr id="13" name="Picture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1713" y="-8622"/>
            <a:ext cx="20939802" cy="2432309"/>
          </a:xfrm>
          <a:prstGeom prst="rect">
            <a:avLst/>
          </a:prstGeom>
        </p:spPr>
      </p:pic>
      <p:sp>
        <p:nvSpPr>
          <p:cNvPr id="50" name="Text Box 41"/>
          <p:cNvSpPr txBox="1"/>
          <p:nvPr/>
        </p:nvSpPr>
        <p:spPr>
          <a:xfrm>
            <a:off x="15639940" y="1419256"/>
            <a:ext cx="5569043" cy="1102994"/>
          </a:xfrm>
          <a:prstGeom prst="rect">
            <a:avLst/>
          </a:prstGeom>
          <a:noFill/>
        </p:spPr>
        <p:txBody>
          <a:bodyPr wrap="square" rtlCol="0">
            <a:spAutoFit/>
          </a:bodyPr>
          <a:lstStyle/>
          <a:p>
            <a:pPr algn="r"/>
            <a:r>
              <a:rPr lang="en-US" sz="2189" b="1" dirty="0">
                <a:solidFill>
                  <a:schemeClr val="bg1"/>
                </a:solidFill>
                <a:latin typeface="Times New Roman" panose="02020603050405020304" pitchFamily="18" charset="0"/>
                <a:cs typeface="Times New Roman" panose="02020603050405020304" pitchFamily="18" charset="0"/>
              </a:rPr>
              <a:t>Name: N.S Lakshmi Charith</a:t>
            </a:r>
            <a:br>
              <a:rPr lang="en-US" sz="2189" b="1" dirty="0">
                <a:solidFill>
                  <a:schemeClr val="bg1"/>
                </a:solidFill>
                <a:latin typeface="Times New Roman" panose="02020603050405020304" pitchFamily="18" charset="0"/>
                <a:cs typeface="Times New Roman" panose="02020603050405020304" pitchFamily="18" charset="0"/>
              </a:rPr>
            </a:br>
            <a:r>
              <a:rPr lang="en-US" sz="2189" b="1" dirty="0">
                <a:solidFill>
                  <a:schemeClr val="bg1"/>
                </a:solidFill>
                <a:latin typeface="Times New Roman" panose="02020603050405020304" pitchFamily="18" charset="0"/>
                <a:cs typeface="Times New Roman" panose="02020603050405020304" pitchFamily="18" charset="0"/>
              </a:rPr>
              <a:t>Register Number: 192111138</a:t>
            </a:r>
          </a:p>
          <a:p>
            <a:pPr algn="r"/>
            <a:r>
              <a:rPr lang="en-US" sz="2189" b="1" dirty="0">
                <a:solidFill>
                  <a:schemeClr val="bg1"/>
                </a:solidFill>
                <a:latin typeface="Times New Roman" panose="02020603050405020304" pitchFamily="18" charset="0"/>
                <a:cs typeface="Times New Roman" panose="02020603050405020304" pitchFamily="18" charset="0"/>
              </a:rPr>
              <a:t>Guided by Dr. </a:t>
            </a:r>
            <a:r>
              <a:rPr lang="en-US" sz="2189" b="1" dirty="0" err="1">
                <a:solidFill>
                  <a:schemeClr val="bg1"/>
                </a:solidFill>
                <a:latin typeface="Times New Roman" panose="02020603050405020304" pitchFamily="18" charset="0"/>
                <a:cs typeface="Times New Roman" panose="02020603050405020304" pitchFamily="18" charset="0"/>
              </a:rPr>
              <a:t>S.Sankar</a:t>
            </a:r>
            <a:r>
              <a:rPr lang="en-US" sz="2189" b="1" dirty="0">
                <a:solidFill>
                  <a:schemeClr val="bg1"/>
                </a:solidFill>
                <a:latin typeface="Times New Roman" panose="02020603050405020304" pitchFamily="18" charset="0"/>
                <a:cs typeface="Times New Roman" panose="02020603050405020304" pitchFamily="18" charset="0"/>
              </a:rPr>
              <a:t> </a:t>
            </a:r>
          </a:p>
        </p:txBody>
      </p:sp>
      <p:pic>
        <p:nvPicPr>
          <p:cNvPr id="3" name="Picture 2">
            <a:extLst>
              <a:ext uri="{FF2B5EF4-FFF2-40B4-BE49-F238E27FC236}">
                <a16:creationId xmlns:a16="http://schemas.microsoft.com/office/drawing/2014/main" id="{BEAF16D0-F9B8-4360-B24E-5F113905C856}"/>
              </a:ext>
            </a:extLst>
          </p:cNvPr>
          <p:cNvPicPr>
            <a:picLocks noChangeAspect="1"/>
          </p:cNvPicPr>
          <p:nvPr/>
        </p:nvPicPr>
        <p:blipFill>
          <a:blip r:embed="rId5"/>
          <a:stretch>
            <a:fillRect/>
          </a:stretch>
        </p:blipFill>
        <p:spPr>
          <a:xfrm>
            <a:off x="13911237" y="15981550"/>
            <a:ext cx="7359973" cy="5857656"/>
          </a:xfrm>
          <a:prstGeom prst="rect">
            <a:avLst/>
          </a:prstGeom>
        </p:spPr>
      </p:pic>
      <p:sp>
        <p:nvSpPr>
          <p:cNvPr id="64" name="Rectangle 63">
            <a:extLst>
              <a:ext uri="{FF2B5EF4-FFF2-40B4-BE49-F238E27FC236}">
                <a16:creationId xmlns:a16="http://schemas.microsoft.com/office/drawing/2014/main" id="{58DED20F-1E81-4E92-81C0-CD0932CEB7E7}"/>
              </a:ext>
            </a:extLst>
          </p:cNvPr>
          <p:cNvSpPr/>
          <p:nvPr/>
        </p:nvSpPr>
        <p:spPr>
          <a:xfrm>
            <a:off x="19301014" y="10679828"/>
            <a:ext cx="1928971" cy="824284"/>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190" b="1" dirty="0">
                <a:solidFill>
                  <a:schemeClr val="tx1"/>
                </a:solidFill>
                <a:latin typeface="Times New Roman" panose="02020603050405020304" pitchFamily="18" charset="0"/>
                <a:cs typeface="Times New Roman" panose="02020603050405020304" pitchFamily="18" charset="0"/>
              </a:rPr>
              <a:t>Identifying Parking Space</a:t>
            </a:r>
            <a:endParaRPr lang="en-IN" sz="2190" b="1" dirty="0">
              <a:solidFill>
                <a:schemeClr val="tx1"/>
              </a:solidFill>
              <a:latin typeface="Times New Roman" panose="02020603050405020304" pitchFamily="18" charset="0"/>
              <a:cs typeface="Times New Roman" panose="02020603050405020304" pitchFamily="18" charset="0"/>
            </a:endParaRPr>
          </a:p>
        </p:txBody>
      </p:sp>
      <p:sp>
        <p:nvSpPr>
          <p:cNvPr id="65" name="Rectangle 64">
            <a:extLst>
              <a:ext uri="{FF2B5EF4-FFF2-40B4-BE49-F238E27FC236}">
                <a16:creationId xmlns:a16="http://schemas.microsoft.com/office/drawing/2014/main" id="{5B3CFACA-8B78-4EAA-96B6-F8CD3C9CFB5B}"/>
              </a:ext>
            </a:extLst>
          </p:cNvPr>
          <p:cNvSpPr/>
          <p:nvPr/>
        </p:nvSpPr>
        <p:spPr>
          <a:xfrm>
            <a:off x="19328557" y="11853010"/>
            <a:ext cx="1928971" cy="765730"/>
          </a:xfrm>
          <a:prstGeom prst="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190" b="1" dirty="0">
                <a:solidFill>
                  <a:schemeClr val="tx1"/>
                </a:solidFill>
                <a:latin typeface="Times New Roman" panose="02020603050405020304" pitchFamily="18" charset="0"/>
                <a:cs typeface="Times New Roman" panose="02020603050405020304" pitchFamily="18" charset="0"/>
              </a:rPr>
              <a:t>Checks Availability</a:t>
            </a:r>
            <a:endParaRPr lang="en-IN" sz="2190" b="1" dirty="0">
              <a:solidFill>
                <a:schemeClr val="tx1"/>
              </a:solidFill>
              <a:latin typeface="Times New Roman" panose="02020603050405020304" pitchFamily="18" charset="0"/>
              <a:cs typeface="Times New Roman" panose="02020603050405020304" pitchFamily="18" charset="0"/>
            </a:endParaRPr>
          </a:p>
        </p:txBody>
      </p:sp>
      <p:sp>
        <p:nvSpPr>
          <p:cNvPr id="66" name="Rectangle 65">
            <a:extLst>
              <a:ext uri="{FF2B5EF4-FFF2-40B4-BE49-F238E27FC236}">
                <a16:creationId xmlns:a16="http://schemas.microsoft.com/office/drawing/2014/main" id="{D16F87E9-2CBB-4203-8E67-91E4847F7C74}"/>
              </a:ext>
            </a:extLst>
          </p:cNvPr>
          <p:cNvSpPr/>
          <p:nvPr/>
        </p:nvSpPr>
        <p:spPr>
          <a:xfrm>
            <a:off x="19330478" y="13193121"/>
            <a:ext cx="1878505" cy="663818"/>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190" b="1" dirty="0">
                <a:solidFill>
                  <a:schemeClr val="tx1"/>
                </a:solidFill>
                <a:latin typeface="Times New Roman" panose="02020603050405020304" pitchFamily="18" charset="0"/>
                <a:cs typeface="Times New Roman" panose="02020603050405020304" pitchFamily="18" charset="0"/>
              </a:rPr>
              <a:t>Coordinates Parking Area</a:t>
            </a:r>
            <a:endParaRPr lang="en-IN" sz="2190" b="1" dirty="0">
              <a:solidFill>
                <a:schemeClr val="tx1"/>
              </a:solidFill>
              <a:latin typeface="Times New Roman" panose="02020603050405020304" pitchFamily="18" charset="0"/>
              <a:cs typeface="Times New Roman" panose="02020603050405020304" pitchFamily="18" charset="0"/>
            </a:endParaRPr>
          </a:p>
        </p:txBody>
      </p:sp>
      <p:sp>
        <p:nvSpPr>
          <p:cNvPr id="67" name="Rectangle 66">
            <a:extLst>
              <a:ext uri="{FF2B5EF4-FFF2-40B4-BE49-F238E27FC236}">
                <a16:creationId xmlns:a16="http://schemas.microsoft.com/office/drawing/2014/main" id="{14CC748F-EDEC-4168-93F5-5594010EB75B}"/>
              </a:ext>
            </a:extLst>
          </p:cNvPr>
          <p:cNvSpPr/>
          <p:nvPr/>
        </p:nvSpPr>
        <p:spPr>
          <a:xfrm>
            <a:off x="19301014" y="14545643"/>
            <a:ext cx="1970196" cy="651263"/>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190" b="1" dirty="0">
                <a:solidFill>
                  <a:schemeClr val="tx1"/>
                </a:solidFill>
                <a:latin typeface="Times New Roman" panose="02020603050405020304" pitchFamily="18" charset="0"/>
                <a:cs typeface="Times New Roman" panose="02020603050405020304" pitchFamily="18" charset="0"/>
              </a:rPr>
              <a:t>Display Output</a:t>
            </a:r>
          </a:p>
        </p:txBody>
      </p:sp>
      <p:sp>
        <p:nvSpPr>
          <p:cNvPr id="61" name="Arrow: Right 60">
            <a:extLst>
              <a:ext uri="{FF2B5EF4-FFF2-40B4-BE49-F238E27FC236}">
                <a16:creationId xmlns:a16="http://schemas.microsoft.com/office/drawing/2014/main" id="{17AFF886-84FF-4FF6-8DB9-E98D7CE4A1E9}"/>
              </a:ext>
            </a:extLst>
          </p:cNvPr>
          <p:cNvSpPr/>
          <p:nvPr/>
        </p:nvSpPr>
        <p:spPr>
          <a:xfrm>
            <a:off x="18836982" y="10904625"/>
            <a:ext cx="491575" cy="278519"/>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3" name="Arrow: Bent-Up 62">
            <a:extLst>
              <a:ext uri="{FF2B5EF4-FFF2-40B4-BE49-F238E27FC236}">
                <a16:creationId xmlns:a16="http://schemas.microsoft.com/office/drawing/2014/main" id="{0B0E163F-07F5-43E3-B891-73DE3D83B4F9}"/>
              </a:ext>
            </a:extLst>
          </p:cNvPr>
          <p:cNvSpPr/>
          <p:nvPr/>
        </p:nvSpPr>
        <p:spPr>
          <a:xfrm rot="5400000">
            <a:off x="12325137" y="11676727"/>
            <a:ext cx="1608247" cy="1173478"/>
          </a:xfrm>
          <a:prstGeom prst="bentUpArrow">
            <a:avLst>
              <a:gd name="adj1" fmla="val 9167"/>
              <a:gd name="adj2" fmla="val 16210"/>
              <a:gd name="adj3" fmla="val 18182"/>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8" name="Arrow: Right 67">
            <a:extLst>
              <a:ext uri="{FF2B5EF4-FFF2-40B4-BE49-F238E27FC236}">
                <a16:creationId xmlns:a16="http://schemas.microsoft.com/office/drawing/2014/main" id="{C721DC0B-6171-467B-BF6A-B62A2EC6FECB}"/>
              </a:ext>
            </a:extLst>
          </p:cNvPr>
          <p:cNvSpPr/>
          <p:nvPr/>
        </p:nvSpPr>
        <p:spPr>
          <a:xfrm>
            <a:off x="13398049" y="10872653"/>
            <a:ext cx="499126" cy="412728"/>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0" name="Arrow: Right 69">
            <a:extLst>
              <a:ext uri="{FF2B5EF4-FFF2-40B4-BE49-F238E27FC236}">
                <a16:creationId xmlns:a16="http://schemas.microsoft.com/office/drawing/2014/main" id="{DF06BFA3-6F04-4747-9C2D-A1D07557D842}"/>
              </a:ext>
            </a:extLst>
          </p:cNvPr>
          <p:cNvSpPr/>
          <p:nvPr/>
        </p:nvSpPr>
        <p:spPr>
          <a:xfrm>
            <a:off x="16379043" y="10914365"/>
            <a:ext cx="443504" cy="334831"/>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6" name="Arrow: Bent-Up 75">
            <a:extLst>
              <a:ext uri="{FF2B5EF4-FFF2-40B4-BE49-F238E27FC236}">
                <a16:creationId xmlns:a16="http://schemas.microsoft.com/office/drawing/2014/main" id="{FF588B0D-CE70-4CFF-8F19-EB1B0C037AA2}"/>
              </a:ext>
            </a:extLst>
          </p:cNvPr>
          <p:cNvSpPr/>
          <p:nvPr/>
        </p:nvSpPr>
        <p:spPr>
          <a:xfrm>
            <a:off x="16265317" y="11271777"/>
            <a:ext cx="532715" cy="1590626"/>
          </a:xfrm>
          <a:prstGeom prst="bentUpArrow">
            <a:avLst>
              <a:gd name="adj1" fmla="val 25000"/>
              <a:gd name="adj2" fmla="val 44233"/>
              <a:gd name="adj3" fmla="val 38021"/>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8" name="Arrow: Down 77">
            <a:extLst>
              <a:ext uri="{FF2B5EF4-FFF2-40B4-BE49-F238E27FC236}">
                <a16:creationId xmlns:a16="http://schemas.microsoft.com/office/drawing/2014/main" id="{7C05194E-0DFD-42DB-BB75-D6B249655773}"/>
              </a:ext>
            </a:extLst>
          </p:cNvPr>
          <p:cNvSpPr/>
          <p:nvPr/>
        </p:nvSpPr>
        <p:spPr>
          <a:xfrm>
            <a:off x="20096411" y="11519733"/>
            <a:ext cx="227772" cy="318465"/>
          </a:xfrm>
          <a:prstGeom prst="down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9" name="Arrow: Down 78">
            <a:extLst>
              <a:ext uri="{FF2B5EF4-FFF2-40B4-BE49-F238E27FC236}">
                <a16:creationId xmlns:a16="http://schemas.microsoft.com/office/drawing/2014/main" id="{EE6972B3-714C-40AD-8BB6-E5B67077D03F}"/>
              </a:ext>
            </a:extLst>
          </p:cNvPr>
          <p:cNvSpPr/>
          <p:nvPr/>
        </p:nvSpPr>
        <p:spPr>
          <a:xfrm>
            <a:off x="20047272" y="12613625"/>
            <a:ext cx="328774" cy="579134"/>
          </a:xfrm>
          <a:prstGeom prst="down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0" name="Arrow: Down 79">
            <a:extLst>
              <a:ext uri="{FF2B5EF4-FFF2-40B4-BE49-F238E27FC236}">
                <a16:creationId xmlns:a16="http://schemas.microsoft.com/office/drawing/2014/main" id="{25D60922-6DA3-4336-ADB5-E6E1F3238895}"/>
              </a:ext>
            </a:extLst>
          </p:cNvPr>
          <p:cNvSpPr/>
          <p:nvPr/>
        </p:nvSpPr>
        <p:spPr>
          <a:xfrm>
            <a:off x="20065271" y="13900760"/>
            <a:ext cx="292776" cy="640541"/>
          </a:xfrm>
          <a:prstGeom prst="down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2" name="Table 1">
            <a:extLst>
              <a:ext uri="{FF2B5EF4-FFF2-40B4-BE49-F238E27FC236}">
                <a16:creationId xmlns:a16="http://schemas.microsoft.com/office/drawing/2014/main" id="{6036EFAA-A807-4550-8044-454C4F096798}"/>
              </a:ext>
            </a:extLst>
          </p:cNvPr>
          <p:cNvGraphicFramePr>
            <a:graphicFrameLocks noGrp="1"/>
          </p:cNvGraphicFramePr>
          <p:nvPr>
            <p:extLst>
              <p:ext uri="{D42A27DB-BD31-4B8C-83A1-F6EECF244321}">
                <p14:modId xmlns:p14="http://schemas.microsoft.com/office/powerpoint/2010/main" val="2585589792"/>
              </p:ext>
            </p:extLst>
          </p:nvPr>
        </p:nvGraphicFramePr>
        <p:xfrm>
          <a:off x="482639" y="18397464"/>
          <a:ext cx="12059884" cy="3186240"/>
        </p:xfrm>
        <a:graphic>
          <a:graphicData uri="http://schemas.openxmlformats.org/drawingml/2006/table">
            <a:tbl>
              <a:tblPr bandRow="1"/>
              <a:tblGrid>
                <a:gridCol w="2774444">
                  <a:extLst>
                    <a:ext uri="{9D8B030D-6E8A-4147-A177-3AD203B41FA5}">
                      <a16:colId xmlns:a16="http://schemas.microsoft.com/office/drawing/2014/main" val="603609129"/>
                    </a:ext>
                  </a:extLst>
                </a:gridCol>
                <a:gridCol w="2774444">
                  <a:extLst>
                    <a:ext uri="{9D8B030D-6E8A-4147-A177-3AD203B41FA5}">
                      <a16:colId xmlns:a16="http://schemas.microsoft.com/office/drawing/2014/main" val="2399468390"/>
                    </a:ext>
                  </a:extLst>
                </a:gridCol>
                <a:gridCol w="1588594">
                  <a:extLst>
                    <a:ext uri="{9D8B030D-6E8A-4147-A177-3AD203B41FA5}">
                      <a16:colId xmlns:a16="http://schemas.microsoft.com/office/drawing/2014/main" val="545685457"/>
                    </a:ext>
                  </a:extLst>
                </a:gridCol>
                <a:gridCol w="1678092">
                  <a:extLst>
                    <a:ext uri="{9D8B030D-6E8A-4147-A177-3AD203B41FA5}">
                      <a16:colId xmlns:a16="http://schemas.microsoft.com/office/drawing/2014/main" val="1286881155"/>
                    </a:ext>
                  </a:extLst>
                </a:gridCol>
                <a:gridCol w="1678092">
                  <a:extLst>
                    <a:ext uri="{9D8B030D-6E8A-4147-A177-3AD203B41FA5}">
                      <a16:colId xmlns:a16="http://schemas.microsoft.com/office/drawing/2014/main" val="771383945"/>
                    </a:ext>
                  </a:extLst>
                </a:gridCol>
                <a:gridCol w="1566218">
                  <a:extLst>
                    <a:ext uri="{9D8B030D-6E8A-4147-A177-3AD203B41FA5}">
                      <a16:colId xmlns:a16="http://schemas.microsoft.com/office/drawing/2014/main" val="3020034170"/>
                    </a:ext>
                  </a:extLst>
                </a:gridCol>
              </a:tblGrid>
              <a:tr h="1358900">
                <a:tc gridSpan="2">
                  <a:txBody>
                    <a:bodyPr/>
                    <a:lstStyle/>
                    <a:p>
                      <a:pPr marL="0" marR="0">
                        <a:spcBef>
                          <a:spcPts val="0"/>
                        </a:spcBef>
                        <a:spcAft>
                          <a:spcPts val="0"/>
                        </a:spcAft>
                      </a:pPr>
                      <a:r>
                        <a:rPr lang="en-US" sz="2190"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p>
                      <a:pPr marL="0" marR="0">
                        <a:spcBef>
                          <a:spcPts val="0"/>
                        </a:spcBef>
                        <a:spcAft>
                          <a:spcPts val="0"/>
                        </a:spcAft>
                      </a:pPr>
                      <a:r>
                        <a:rPr lang="en-US" sz="2190"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p>
                      <a:pPr marL="0" marR="0">
                        <a:spcBef>
                          <a:spcPts val="485"/>
                        </a:spcBef>
                        <a:spcAft>
                          <a:spcPts val="0"/>
                        </a:spcAft>
                      </a:pPr>
                      <a:r>
                        <a:rPr lang="en-US" sz="2190"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p>
                      <a:pPr marL="9525" marR="0" algn="ctr">
                        <a:spcBef>
                          <a:spcPts val="0"/>
                        </a:spcBef>
                        <a:spcAft>
                          <a:spcPts val="0"/>
                        </a:spcAft>
                      </a:pPr>
                      <a:r>
                        <a:rPr lang="en-US" sz="2190" b="1"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Group</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a:txBody>
                    <a:bodyPr/>
                    <a:lstStyle/>
                    <a:p>
                      <a:pPr marL="0" marR="0">
                        <a:spcBef>
                          <a:spcPts val="0"/>
                        </a:spcBef>
                        <a:spcAft>
                          <a:spcPts val="0"/>
                        </a:spcAft>
                      </a:pPr>
                      <a:r>
                        <a:rPr lang="en-US" sz="219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a:effectLst/>
                        <a:latin typeface="Cambria" panose="02040503050406030204" pitchFamily="18" charset="0"/>
                        <a:ea typeface="Cambria" panose="02040503050406030204" pitchFamily="18" charset="0"/>
                        <a:cs typeface="Cambria" panose="02040503050406030204" pitchFamily="18" charset="0"/>
                      </a:endParaRPr>
                    </a:p>
                    <a:p>
                      <a:pPr marL="0" marR="0">
                        <a:spcBef>
                          <a:spcPts val="0"/>
                        </a:spcBef>
                        <a:spcAft>
                          <a:spcPts val="0"/>
                        </a:spcAft>
                      </a:pPr>
                      <a:r>
                        <a:rPr lang="en-US" sz="219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a:effectLst/>
                        <a:latin typeface="Cambria" panose="02040503050406030204" pitchFamily="18" charset="0"/>
                        <a:ea typeface="Cambria" panose="02040503050406030204" pitchFamily="18" charset="0"/>
                        <a:cs typeface="Cambria" panose="02040503050406030204" pitchFamily="18" charset="0"/>
                      </a:endParaRPr>
                    </a:p>
                    <a:p>
                      <a:pPr marL="0" marR="0">
                        <a:spcBef>
                          <a:spcPts val="485"/>
                        </a:spcBef>
                        <a:spcAft>
                          <a:spcPts val="0"/>
                        </a:spcAft>
                      </a:pPr>
                      <a:r>
                        <a:rPr lang="en-US" sz="219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a:effectLst/>
                        <a:latin typeface="Cambria" panose="02040503050406030204" pitchFamily="18" charset="0"/>
                        <a:ea typeface="Cambria" panose="02040503050406030204" pitchFamily="18" charset="0"/>
                        <a:cs typeface="Cambria" panose="02040503050406030204" pitchFamily="18" charset="0"/>
                      </a:endParaRPr>
                    </a:p>
                    <a:p>
                      <a:pPr marL="9525" marR="0" algn="ctr">
                        <a:spcBef>
                          <a:spcPts val="0"/>
                        </a:spcBef>
                        <a:spcAft>
                          <a:spcPts val="0"/>
                        </a:spcAft>
                      </a:pPr>
                      <a:r>
                        <a:rPr lang="en-US" sz="2190" b="1">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N</a:t>
                      </a:r>
                      <a:endParaRPr lang="en-IN" sz="219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spcBef>
                          <a:spcPts val="0"/>
                        </a:spcBef>
                        <a:spcAft>
                          <a:spcPts val="0"/>
                        </a:spcAft>
                      </a:pPr>
                      <a:r>
                        <a:rPr lang="en-US" sz="219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a:effectLst/>
                        <a:latin typeface="Cambria" panose="02040503050406030204" pitchFamily="18" charset="0"/>
                        <a:ea typeface="Cambria" panose="02040503050406030204" pitchFamily="18" charset="0"/>
                        <a:cs typeface="Cambria" panose="02040503050406030204" pitchFamily="18" charset="0"/>
                      </a:endParaRPr>
                    </a:p>
                    <a:p>
                      <a:pPr marL="0" marR="0">
                        <a:spcBef>
                          <a:spcPts val="0"/>
                        </a:spcBef>
                        <a:spcAft>
                          <a:spcPts val="0"/>
                        </a:spcAft>
                      </a:pPr>
                      <a:r>
                        <a:rPr lang="en-US" sz="219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a:effectLst/>
                        <a:latin typeface="Cambria" panose="02040503050406030204" pitchFamily="18" charset="0"/>
                        <a:ea typeface="Cambria" panose="02040503050406030204" pitchFamily="18" charset="0"/>
                        <a:cs typeface="Cambria" panose="02040503050406030204" pitchFamily="18" charset="0"/>
                      </a:endParaRPr>
                    </a:p>
                    <a:p>
                      <a:pPr marL="0" marR="0">
                        <a:spcBef>
                          <a:spcPts val="485"/>
                        </a:spcBef>
                        <a:spcAft>
                          <a:spcPts val="0"/>
                        </a:spcAft>
                      </a:pPr>
                      <a:r>
                        <a:rPr lang="en-US" sz="219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a:effectLst/>
                        <a:latin typeface="Cambria" panose="02040503050406030204" pitchFamily="18" charset="0"/>
                        <a:ea typeface="Cambria" panose="02040503050406030204" pitchFamily="18" charset="0"/>
                        <a:cs typeface="Cambria" panose="02040503050406030204" pitchFamily="18" charset="0"/>
                      </a:endParaRPr>
                    </a:p>
                    <a:p>
                      <a:pPr marL="6350" marR="0" algn="ctr">
                        <a:spcBef>
                          <a:spcPts val="0"/>
                        </a:spcBef>
                        <a:spcAft>
                          <a:spcPts val="0"/>
                        </a:spcAft>
                      </a:pPr>
                      <a:r>
                        <a:rPr lang="en-US" sz="2190" b="1">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Mean</a:t>
                      </a:r>
                      <a:endParaRPr lang="en-IN" sz="219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spcBef>
                          <a:spcPts val="0"/>
                        </a:spcBef>
                        <a:spcAft>
                          <a:spcPts val="0"/>
                        </a:spcAft>
                      </a:pPr>
                      <a:r>
                        <a:rPr lang="en-US" sz="2190"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p>
                      <a:pPr marL="0" marR="0">
                        <a:spcBef>
                          <a:spcPts val="1070"/>
                        </a:spcBef>
                        <a:spcAft>
                          <a:spcPts val="0"/>
                        </a:spcAft>
                      </a:pPr>
                      <a:r>
                        <a:rPr lang="en-US" sz="2190"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p>
                      <a:pPr marL="156210" marR="0" indent="8255">
                        <a:lnSpc>
                          <a:spcPct val="115000"/>
                        </a:lnSpc>
                        <a:spcBef>
                          <a:spcPts val="0"/>
                        </a:spcBef>
                        <a:spcAft>
                          <a:spcPts val="0"/>
                        </a:spcAft>
                      </a:pPr>
                      <a:r>
                        <a:rPr lang="en-US" sz="2190" b="1"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Standard Deviation</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spcBef>
                          <a:spcPts val="0"/>
                        </a:spcBef>
                        <a:spcAft>
                          <a:spcPts val="0"/>
                        </a:spcAft>
                      </a:pPr>
                      <a:r>
                        <a:rPr lang="en-US" sz="2190"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p>
                      <a:pPr marL="0" marR="0">
                        <a:spcBef>
                          <a:spcPts val="275"/>
                        </a:spcBef>
                        <a:spcAft>
                          <a:spcPts val="0"/>
                        </a:spcAft>
                      </a:pPr>
                      <a:r>
                        <a:rPr lang="en-US" sz="2190"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p>
                      <a:pPr marL="252095" marR="128270" indent="-116205">
                        <a:lnSpc>
                          <a:spcPct val="115000"/>
                        </a:lnSpc>
                        <a:spcBef>
                          <a:spcPts val="5"/>
                        </a:spcBef>
                        <a:spcAft>
                          <a:spcPts val="0"/>
                        </a:spcAft>
                      </a:pPr>
                      <a:r>
                        <a:rPr lang="en-US" sz="2190" b="1"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Standard Error Mean</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18934847"/>
                  </a:ext>
                </a:extLst>
              </a:tr>
              <a:tr h="634365">
                <a:tc rowSpan="2">
                  <a:txBody>
                    <a:bodyPr/>
                    <a:lstStyle/>
                    <a:p>
                      <a:pPr marL="0" marR="0">
                        <a:spcBef>
                          <a:spcPts val="0"/>
                        </a:spcBef>
                        <a:spcAft>
                          <a:spcPts val="0"/>
                        </a:spcAft>
                      </a:pPr>
                      <a:r>
                        <a:rPr lang="en-US" sz="2190"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p>
                      <a:pPr marL="0" marR="0">
                        <a:spcBef>
                          <a:spcPts val="0"/>
                        </a:spcBef>
                        <a:spcAft>
                          <a:spcPts val="0"/>
                        </a:spcAft>
                      </a:pPr>
                      <a:r>
                        <a:rPr lang="en-US" sz="2190"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p>
                      <a:pPr marL="0" marR="0">
                        <a:spcBef>
                          <a:spcPts val="210"/>
                        </a:spcBef>
                        <a:spcAft>
                          <a:spcPts val="0"/>
                        </a:spcAft>
                      </a:pPr>
                      <a:r>
                        <a:rPr lang="en-US" sz="2190"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p>
                      <a:pPr marL="401955" marR="210185" indent="-177800">
                        <a:spcBef>
                          <a:spcPts val="5"/>
                        </a:spcBef>
                        <a:spcAft>
                          <a:spcPts val="0"/>
                        </a:spcAft>
                      </a:pPr>
                      <a:r>
                        <a:rPr lang="en-US" sz="2190" b="1"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Accuracy rate</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spcBef>
                          <a:spcPts val="460"/>
                        </a:spcBef>
                        <a:spcAft>
                          <a:spcPts val="0"/>
                        </a:spcAft>
                      </a:pPr>
                      <a:r>
                        <a:rPr lang="en-US" sz="219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a:effectLst/>
                        <a:latin typeface="Cambria" panose="02040503050406030204" pitchFamily="18" charset="0"/>
                        <a:ea typeface="Cambria" panose="02040503050406030204" pitchFamily="18" charset="0"/>
                        <a:cs typeface="Cambria" panose="02040503050406030204" pitchFamily="18" charset="0"/>
                      </a:endParaRPr>
                    </a:p>
                    <a:p>
                      <a:pPr marL="9525" marR="0" algn="ctr">
                        <a:spcBef>
                          <a:spcPts val="0"/>
                        </a:spcBef>
                        <a:spcAft>
                          <a:spcPts val="0"/>
                        </a:spcAft>
                      </a:pPr>
                      <a:r>
                        <a:rPr lang="en-US" sz="2190" b="1">
                          <a:effectLst/>
                          <a:latin typeface="Times New Roman" panose="02020603050405020304" pitchFamily="18" charset="0"/>
                          <a:ea typeface="Times New Roman" panose="02020603050405020304" pitchFamily="18" charset="0"/>
                          <a:cs typeface="Cambria" panose="02040503050406030204" pitchFamily="18" charset="0"/>
                        </a:rPr>
                        <a:t>MobileNetv</a:t>
                      </a:r>
                      <a:endParaRPr lang="en-IN" sz="219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spcBef>
                          <a:spcPts val="460"/>
                        </a:spcBef>
                        <a:spcAft>
                          <a:spcPts val="0"/>
                        </a:spcAft>
                      </a:pPr>
                      <a:r>
                        <a:rPr lang="en-US" sz="2190"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p>
                      <a:pPr marL="9525" marR="0" algn="ctr">
                        <a:spcBef>
                          <a:spcPts val="0"/>
                        </a:spcBef>
                        <a:spcAft>
                          <a:spcPts val="0"/>
                        </a:spcAft>
                      </a:pPr>
                      <a:r>
                        <a:rPr lang="en-US" sz="2190" dirty="0">
                          <a:effectLst/>
                          <a:latin typeface="Times New Roman" panose="02020603050405020304" pitchFamily="18" charset="0"/>
                          <a:ea typeface="Cambria" panose="02040503050406030204" pitchFamily="18" charset="0"/>
                          <a:cs typeface="Cambria" panose="02040503050406030204" pitchFamily="18" charset="0"/>
                        </a:rPr>
                        <a:t>10</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spcBef>
                          <a:spcPts val="460"/>
                        </a:spcBef>
                        <a:spcAft>
                          <a:spcPts val="0"/>
                        </a:spcAft>
                      </a:pPr>
                      <a:r>
                        <a:rPr lang="en-US" sz="2190"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p>
                      <a:pPr marL="6350" marR="0" algn="ctr">
                        <a:spcBef>
                          <a:spcPts val="0"/>
                        </a:spcBef>
                        <a:spcAft>
                          <a:spcPts val="0"/>
                        </a:spcAft>
                      </a:pPr>
                      <a:r>
                        <a:rPr lang="en-US" sz="2190" dirty="0">
                          <a:solidFill>
                            <a:schemeClr val="tx1">
                              <a:lumMod val="95000"/>
                              <a:lumOff val="5000"/>
                            </a:schemeClr>
                          </a:solidFill>
                          <a:effectLst/>
                          <a:latin typeface="Times New Roman" panose="02020603050405020304" pitchFamily="18" charset="0"/>
                          <a:ea typeface="Times New Roman" panose="02020603050405020304" pitchFamily="18" charset="0"/>
                          <a:cs typeface="Cambria" panose="02040503050406030204" pitchFamily="18" charset="0"/>
                        </a:rPr>
                        <a:t>97.4500</a:t>
                      </a:r>
                      <a:endParaRPr lang="en-IN" sz="2190" dirty="0">
                        <a:solidFill>
                          <a:schemeClr val="tx1">
                            <a:lumMod val="95000"/>
                            <a:lumOff val="5000"/>
                          </a:schemeClr>
                        </a:solidFill>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spcBef>
                          <a:spcPts val="745"/>
                        </a:spcBef>
                        <a:spcAft>
                          <a:spcPts val="0"/>
                        </a:spcAft>
                      </a:pPr>
                      <a:r>
                        <a:rPr lang="en-US" sz="219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a:effectLst/>
                        <a:latin typeface="Cambria" panose="02040503050406030204" pitchFamily="18" charset="0"/>
                        <a:ea typeface="Cambria" panose="02040503050406030204" pitchFamily="18" charset="0"/>
                        <a:cs typeface="Cambria" panose="02040503050406030204" pitchFamily="18" charset="0"/>
                      </a:endParaRPr>
                    </a:p>
                    <a:p>
                      <a:pPr marL="0" marR="0" algn="ctr">
                        <a:spcBef>
                          <a:spcPts val="0"/>
                        </a:spcBef>
                        <a:spcAft>
                          <a:spcPts val="0"/>
                        </a:spcAft>
                      </a:pPr>
                      <a:r>
                        <a:rPr lang="en-US" sz="2190">
                          <a:effectLst/>
                          <a:latin typeface="Times New Roman" panose="02020603050405020304" pitchFamily="18" charset="0"/>
                          <a:ea typeface="Times New Roman" panose="02020603050405020304" pitchFamily="18" charset="0"/>
                          <a:cs typeface="Cambria" panose="02040503050406030204" pitchFamily="18" charset="0"/>
                        </a:rPr>
                        <a:t>.30277</a:t>
                      </a:r>
                      <a:endParaRPr lang="en-IN" sz="219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spcBef>
                          <a:spcPts val="745"/>
                        </a:spcBef>
                        <a:spcAft>
                          <a:spcPts val="0"/>
                        </a:spcAft>
                      </a:pPr>
                      <a:r>
                        <a:rPr lang="en-US" sz="219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a:effectLst/>
                        <a:latin typeface="Cambria" panose="02040503050406030204" pitchFamily="18" charset="0"/>
                        <a:ea typeface="Cambria" panose="02040503050406030204" pitchFamily="18" charset="0"/>
                        <a:cs typeface="Cambria" panose="02040503050406030204" pitchFamily="18" charset="0"/>
                      </a:endParaRPr>
                    </a:p>
                    <a:p>
                      <a:pPr marL="6350" marR="0" algn="ctr">
                        <a:spcBef>
                          <a:spcPts val="0"/>
                        </a:spcBef>
                        <a:spcAft>
                          <a:spcPts val="0"/>
                        </a:spcAft>
                      </a:pPr>
                      <a:r>
                        <a:rPr lang="en-US" sz="2190">
                          <a:effectLst/>
                          <a:latin typeface="Times New Roman" panose="02020603050405020304" pitchFamily="18" charset="0"/>
                          <a:ea typeface="Times New Roman" panose="02020603050405020304" pitchFamily="18" charset="0"/>
                          <a:cs typeface="Cambria" panose="02040503050406030204" pitchFamily="18" charset="0"/>
                        </a:rPr>
                        <a:t>.09574</a:t>
                      </a:r>
                      <a:endParaRPr lang="en-IN" sz="219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33002634"/>
                  </a:ext>
                </a:extLst>
              </a:tr>
              <a:tr h="621665">
                <a:tc vMerge="1">
                  <a:txBody>
                    <a:bodyPr/>
                    <a:lstStyle/>
                    <a:p>
                      <a:endParaRPr lang="en-IN"/>
                    </a:p>
                  </a:txBody>
                  <a:tcPr/>
                </a:tc>
                <a:tc>
                  <a:txBody>
                    <a:bodyPr/>
                    <a:lstStyle/>
                    <a:p>
                      <a:pPr marL="0" marR="0">
                        <a:spcBef>
                          <a:spcPts val="385"/>
                        </a:spcBef>
                        <a:spcAft>
                          <a:spcPts val="0"/>
                        </a:spcAft>
                      </a:pPr>
                      <a:r>
                        <a:rPr lang="en-US" sz="219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a:effectLst/>
                        <a:latin typeface="Cambria" panose="02040503050406030204" pitchFamily="18" charset="0"/>
                        <a:ea typeface="Cambria" panose="02040503050406030204" pitchFamily="18" charset="0"/>
                        <a:cs typeface="Cambria" panose="02040503050406030204" pitchFamily="18" charset="0"/>
                      </a:endParaRPr>
                    </a:p>
                    <a:p>
                      <a:pPr marL="9525" marR="0" algn="ctr">
                        <a:spcBef>
                          <a:spcPts val="0"/>
                        </a:spcBef>
                        <a:spcAft>
                          <a:spcPts val="0"/>
                        </a:spcAft>
                      </a:pPr>
                      <a:r>
                        <a:rPr lang="en-US" sz="2190" b="1">
                          <a:effectLst/>
                          <a:latin typeface="Times New Roman" panose="02020603050405020304" pitchFamily="18" charset="0"/>
                          <a:ea typeface="Times New Roman" panose="02020603050405020304" pitchFamily="18" charset="0"/>
                          <a:cs typeface="Cambria" panose="02040503050406030204" pitchFamily="18" charset="0"/>
                        </a:rPr>
                        <a:t>Resnet </a:t>
                      </a:r>
                      <a:endParaRPr lang="en-IN" sz="219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spcBef>
                          <a:spcPts val="685"/>
                        </a:spcBef>
                        <a:spcAft>
                          <a:spcPts val="0"/>
                        </a:spcAft>
                      </a:pPr>
                      <a:r>
                        <a:rPr lang="en-US" sz="2190"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p>
                      <a:pPr marL="9525" marR="0" algn="ctr">
                        <a:spcBef>
                          <a:spcPts val="0"/>
                        </a:spcBef>
                        <a:spcAft>
                          <a:spcPts val="0"/>
                        </a:spcAft>
                      </a:pPr>
                      <a:r>
                        <a:rPr lang="en-US" sz="2190" dirty="0">
                          <a:effectLst/>
                          <a:latin typeface="Times New Roman" panose="02020603050405020304" pitchFamily="18" charset="0"/>
                          <a:ea typeface="Cambria" panose="02040503050406030204" pitchFamily="18" charset="0"/>
                          <a:cs typeface="Cambria" panose="02040503050406030204" pitchFamily="18" charset="0"/>
                        </a:rPr>
                        <a:t>10</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spcBef>
                          <a:spcPts val="385"/>
                        </a:spcBef>
                        <a:spcAft>
                          <a:spcPts val="0"/>
                        </a:spcAft>
                      </a:pPr>
                      <a:r>
                        <a:rPr lang="en-US" sz="2190"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p>
                      <a:pPr marL="6350" marR="0" algn="ctr">
                        <a:spcBef>
                          <a:spcPts val="0"/>
                        </a:spcBef>
                        <a:spcAft>
                          <a:spcPts val="0"/>
                        </a:spcAft>
                      </a:pPr>
                      <a:r>
                        <a:rPr lang="en-US" sz="2190" dirty="0">
                          <a:effectLst/>
                          <a:latin typeface="Times New Roman" panose="02020603050405020304" pitchFamily="18" charset="0"/>
                          <a:ea typeface="Times New Roman" panose="02020603050405020304" pitchFamily="18" charset="0"/>
                          <a:cs typeface="Cambria" panose="02040503050406030204" pitchFamily="18" charset="0"/>
                        </a:rPr>
                        <a:t>96.4500</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spcBef>
                          <a:spcPts val="670"/>
                        </a:spcBef>
                        <a:spcAft>
                          <a:spcPts val="0"/>
                        </a:spcAft>
                      </a:pPr>
                      <a:r>
                        <a:rPr lang="en-US" sz="219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a:effectLst/>
                        <a:latin typeface="Cambria" panose="02040503050406030204" pitchFamily="18" charset="0"/>
                        <a:ea typeface="Cambria" panose="02040503050406030204" pitchFamily="18" charset="0"/>
                        <a:cs typeface="Cambria" panose="02040503050406030204" pitchFamily="18" charset="0"/>
                      </a:endParaRPr>
                    </a:p>
                    <a:p>
                      <a:pPr marL="0" marR="0" algn="ctr">
                        <a:spcBef>
                          <a:spcPts val="0"/>
                        </a:spcBef>
                        <a:spcAft>
                          <a:spcPts val="0"/>
                        </a:spcAft>
                      </a:pPr>
                      <a:r>
                        <a:rPr lang="en-US" sz="2190">
                          <a:effectLst/>
                          <a:latin typeface="Times New Roman" panose="02020603050405020304" pitchFamily="18" charset="0"/>
                          <a:ea typeface="Times New Roman" panose="02020603050405020304" pitchFamily="18" charset="0"/>
                          <a:cs typeface="Cambria" panose="02040503050406030204" pitchFamily="18" charset="0"/>
                        </a:rPr>
                        <a:t>.72541</a:t>
                      </a:r>
                      <a:endParaRPr lang="en-IN" sz="219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spcBef>
                          <a:spcPts val="670"/>
                        </a:spcBef>
                        <a:spcAft>
                          <a:spcPts val="0"/>
                        </a:spcAft>
                      </a:pPr>
                      <a:r>
                        <a:rPr lang="en-US" sz="2190"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p>
                      <a:pPr marL="6350" marR="0" algn="ctr">
                        <a:spcBef>
                          <a:spcPts val="0"/>
                        </a:spcBef>
                        <a:spcAft>
                          <a:spcPts val="0"/>
                        </a:spcAft>
                      </a:pPr>
                      <a:r>
                        <a:rPr lang="en-US" sz="2190" dirty="0">
                          <a:effectLst/>
                          <a:latin typeface="Times New Roman" panose="02020603050405020304" pitchFamily="18" charset="0"/>
                          <a:ea typeface="Times New Roman" panose="02020603050405020304" pitchFamily="18" charset="0"/>
                          <a:cs typeface="Cambria" panose="02040503050406030204" pitchFamily="18" charset="0"/>
                        </a:rPr>
                        <a:t>.22940</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20972205"/>
                  </a:ext>
                </a:extLst>
              </a:tr>
            </a:tbl>
          </a:graphicData>
        </a:graphic>
      </p:graphicFrame>
      <p:pic>
        <p:nvPicPr>
          <p:cNvPr id="11" name="Picture 10">
            <a:extLst>
              <a:ext uri="{FF2B5EF4-FFF2-40B4-BE49-F238E27FC236}">
                <a16:creationId xmlns:a16="http://schemas.microsoft.com/office/drawing/2014/main" id="{652667CD-34EA-4C47-97E2-9C6B9EFEBE9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497589" y="4100595"/>
            <a:ext cx="5853744" cy="567050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just">
          <a:defRPr sz="2189" b="1" dirty="0">
            <a:latin typeface="Times New Roman" panose="02020603050405020304" pitchFamily="18" charset="0"/>
            <a:cs typeface="Times New Roman" panose="02020603050405020304" pitchFamily="18"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1464</TotalTime>
  <Words>881</Words>
  <Application>Microsoft Office PowerPoint</Application>
  <PresentationFormat>Custom</PresentationFormat>
  <Paragraphs>101</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Cambria</vt:lpstr>
      <vt:lpstr>Times New Roman</vt:lpstr>
      <vt:lpstr>Wingdings</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Charith</dc:creator>
  <cp:lastModifiedBy>Lakshmi Charith</cp:lastModifiedBy>
  <cp:revision>82</cp:revision>
  <dcterms:created xsi:type="dcterms:W3CDTF">2023-04-19T08:35:00Z</dcterms:created>
  <dcterms:modified xsi:type="dcterms:W3CDTF">2024-04-16T08:09:52Z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653EA4DDE9264B7BBFB9647507C2B0E8</vt:lpwstr>
  </property>
  <property fmtid="{D5CDD505-2E9C-101B-9397-08002B2CF9AE}" pid="3" name="KSOProductBuildVer">
    <vt:lpwstr>1033-11.2.0.11536</vt:lpwstr>
  </property>
</Properties>
</file>